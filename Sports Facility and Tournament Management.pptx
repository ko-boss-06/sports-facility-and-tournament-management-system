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media/image7.jpg" ContentType="image/jpg"/>
  <Override PartName="/ppt/media/image8.jpg" ContentType="image/jpg"/>
  <Override PartName="/ppt/media/image9.jpg" ContentType="image/jpg"/>
  <Override PartName="/ppt/media/image10.jpg" ContentType="image/jpg"/>
  <Override PartName="/ppt/media/image11.jpg" ContentType="image/jpg"/>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75" r:id="rId4"/>
    <p:sldId id="260" r:id="rId5"/>
    <p:sldId id="276" r:id="rId6"/>
    <p:sldId id="277" r:id="rId7"/>
    <p:sldId id="278" r:id="rId8"/>
    <p:sldId id="279" r:id="rId9"/>
    <p:sldId id="287" r:id="rId10"/>
    <p:sldId id="280" r:id="rId11"/>
    <p:sldId id="286" r:id="rId12"/>
    <p:sldId id="291" r:id="rId13"/>
    <p:sldId id="264" r:id="rId14"/>
    <p:sldId id="281" r:id="rId15"/>
    <p:sldId id="282" r:id="rId16"/>
    <p:sldId id="283" r:id="rId17"/>
    <p:sldId id="284" r:id="rId18"/>
    <p:sldId id="285" r:id="rId19"/>
    <p:sldId id="267" r:id="rId20"/>
    <p:sldId id="292" r:id="rId21"/>
    <p:sldId id="288" r:id="rId22"/>
    <p:sldId id="289" r:id="rId23"/>
    <p:sldId id="290" r:id="rId24"/>
    <p:sldId id="266" r:id="rId25"/>
    <p:sldId id="268" r:id="rId26"/>
    <p:sldId id="269" r:id="rId27"/>
    <p:sldId id="270" r:id="rId28"/>
    <p:sldId id="271" r:id="rId29"/>
    <p:sldId id="272" r:id="rId30"/>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AE14068-D74D-48E8-B306-BBD110AAD3B1}" v="57" dt="2026-09-25T06:13:07.474"/>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559" autoAdjust="0"/>
    <p:restoredTop sz="94660"/>
  </p:normalViewPr>
  <p:slideViewPr>
    <p:cSldViewPr>
      <p:cViewPr>
        <p:scale>
          <a:sx n="75" d="100"/>
          <a:sy n="75" d="100"/>
        </p:scale>
        <p:origin x="1224" y="504"/>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microsoft.com/office/2016/11/relationships/changesInfo" Target="changesInfos/changesInfo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o  Boss YT" userId="42c8854cd432177e" providerId="LiveId" clId="{6076498E-71FC-4CD7-B6A7-34991C315477}"/>
    <pc:docChg chg="undo custSel addSld delSld modSld sldOrd addSection delSection">
      <pc:chgData name="Ko  Boss YT" userId="42c8854cd432177e" providerId="LiveId" clId="{6076498E-71FC-4CD7-B6A7-34991C315477}" dt="2026-09-25T06:46:48.788" v="908" actId="20577"/>
      <pc:docMkLst>
        <pc:docMk/>
      </pc:docMkLst>
      <pc:sldChg chg="modSp mod">
        <pc:chgData name="Ko  Boss YT" userId="42c8854cd432177e" providerId="LiveId" clId="{6076498E-71FC-4CD7-B6A7-34991C315477}" dt="2026-09-25T05:30:38.525" v="477" actId="113"/>
        <pc:sldMkLst>
          <pc:docMk/>
          <pc:sldMk cId="0" sldId="256"/>
        </pc:sldMkLst>
        <pc:spChg chg="mod">
          <ac:chgData name="Ko  Boss YT" userId="42c8854cd432177e" providerId="LiveId" clId="{6076498E-71FC-4CD7-B6A7-34991C315477}" dt="2026-09-25T05:30:13.443" v="473" actId="1076"/>
          <ac:spMkLst>
            <pc:docMk/>
            <pc:sldMk cId="0" sldId="256"/>
            <ac:spMk id="3" creationId="{00000000-0000-0000-0000-000000000000}"/>
          </ac:spMkLst>
        </pc:spChg>
        <pc:spChg chg="mod">
          <ac:chgData name="Ko  Boss YT" userId="42c8854cd432177e" providerId="LiveId" clId="{6076498E-71FC-4CD7-B6A7-34991C315477}" dt="2026-09-25T05:30:38.525" v="477" actId="113"/>
          <ac:spMkLst>
            <pc:docMk/>
            <pc:sldMk cId="0" sldId="256"/>
            <ac:spMk id="4" creationId="{00000000-0000-0000-0000-000000000000}"/>
          </ac:spMkLst>
        </pc:spChg>
        <pc:spChg chg="mod">
          <ac:chgData name="Ko  Boss YT" userId="42c8854cd432177e" providerId="LiveId" clId="{6076498E-71FC-4CD7-B6A7-34991C315477}" dt="2026-09-25T05:30:20.315" v="474" actId="1076"/>
          <ac:spMkLst>
            <pc:docMk/>
            <pc:sldMk cId="0" sldId="256"/>
            <ac:spMk id="6" creationId="{40D1441B-9CF9-AC0E-40F9-E94244753F2F}"/>
          </ac:spMkLst>
        </pc:spChg>
        <pc:picChg chg="mod">
          <ac:chgData name="Ko  Boss YT" userId="42c8854cd432177e" providerId="LiveId" clId="{6076498E-71FC-4CD7-B6A7-34991C315477}" dt="2026-09-25T05:30:27.239" v="476" actId="1076"/>
          <ac:picMkLst>
            <pc:docMk/>
            <pc:sldMk cId="0" sldId="256"/>
            <ac:picMk id="7" creationId="{6BC6DF09-9992-81DB-906C-2A866289AEC0}"/>
          </ac:picMkLst>
        </pc:picChg>
      </pc:sldChg>
      <pc:sldChg chg="modSp mod">
        <pc:chgData name="Ko  Boss YT" userId="42c8854cd432177e" providerId="LiveId" clId="{6076498E-71FC-4CD7-B6A7-34991C315477}" dt="2026-09-25T05:58:57.288" v="703" actId="1076"/>
        <pc:sldMkLst>
          <pc:docMk/>
          <pc:sldMk cId="0" sldId="257"/>
        </pc:sldMkLst>
        <pc:spChg chg="mod">
          <ac:chgData name="Ko  Boss YT" userId="42c8854cd432177e" providerId="LiveId" clId="{6076498E-71FC-4CD7-B6A7-34991C315477}" dt="2026-09-25T05:29:25.164" v="461" actId="1076"/>
          <ac:spMkLst>
            <pc:docMk/>
            <pc:sldMk cId="0" sldId="257"/>
            <ac:spMk id="2" creationId="{00000000-0000-0000-0000-000000000000}"/>
          </ac:spMkLst>
        </pc:spChg>
        <pc:spChg chg="mod">
          <ac:chgData name="Ko  Boss YT" userId="42c8854cd432177e" providerId="LiveId" clId="{6076498E-71FC-4CD7-B6A7-34991C315477}" dt="2026-09-25T05:29:39.560" v="467" actId="20577"/>
          <ac:spMkLst>
            <pc:docMk/>
            <pc:sldMk cId="0" sldId="257"/>
            <ac:spMk id="3" creationId="{00000000-0000-0000-0000-000000000000}"/>
          </ac:spMkLst>
        </pc:spChg>
        <pc:spChg chg="mod">
          <ac:chgData name="Ko  Boss YT" userId="42c8854cd432177e" providerId="LiveId" clId="{6076498E-71FC-4CD7-B6A7-34991C315477}" dt="2026-09-25T05:58:52.003" v="702" actId="1076"/>
          <ac:spMkLst>
            <pc:docMk/>
            <pc:sldMk cId="0" sldId="257"/>
            <ac:spMk id="4" creationId="{00000000-0000-0000-0000-000000000000}"/>
          </ac:spMkLst>
        </pc:spChg>
        <pc:spChg chg="mod">
          <ac:chgData name="Ko  Boss YT" userId="42c8854cd432177e" providerId="LiveId" clId="{6076498E-71FC-4CD7-B6A7-34991C315477}" dt="2026-09-25T05:58:57.288" v="703" actId="1076"/>
          <ac:spMkLst>
            <pc:docMk/>
            <pc:sldMk cId="0" sldId="257"/>
            <ac:spMk id="5" creationId="{00000000-0000-0000-0000-000000000000}"/>
          </ac:spMkLst>
        </pc:spChg>
      </pc:sldChg>
      <pc:sldChg chg="del">
        <pc:chgData name="Ko  Boss YT" userId="42c8854cd432177e" providerId="LiveId" clId="{6076498E-71FC-4CD7-B6A7-34991C315477}" dt="2026-09-24T18:48:39.985" v="336" actId="47"/>
        <pc:sldMkLst>
          <pc:docMk/>
          <pc:sldMk cId="0" sldId="258"/>
        </pc:sldMkLst>
      </pc:sldChg>
      <pc:sldChg chg="del">
        <pc:chgData name="Ko  Boss YT" userId="42c8854cd432177e" providerId="LiveId" clId="{6076498E-71FC-4CD7-B6A7-34991C315477}" dt="2026-09-24T18:48:41.038" v="337" actId="47"/>
        <pc:sldMkLst>
          <pc:docMk/>
          <pc:sldMk cId="0" sldId="259"/>
        </pc:sldMkLst>
      </pc:sldChg>
      <pc:sldChg chg="delSp modSp mod ord">
        <pc:chgData name="Ko  Boss YT" userId="42c8854cd432177e" providerId="LiveId" clId="{6076498E-71FC-4CD7-B6A7-34991C315477}" dt="2026-09-25T05:16:56.229" v="360" actId="1076"/>
        <pc:sldMkLst>
          <pc:docMk/>
          <pc:sldMk cId="0" sldId="260"/>
        </pc:sldMkLst>
        <pc:spChg chg="mod">
          <ac:chgData name="Ko  Boss YT" userId="42c8854cd432177e" providerId="LiveId" clId="{6076498E-71FC-4CD7-B6A7-34991C315477}" dt="2026-09-24T18:28:56.426" v="194" actId="1076"/>
          <ac:spMkLst>
            <pc:docMk/>
            <pc:sldMk cId="0" sldId="260"/>
            <ac:spMk id="2" creationId="{00000000-0000-0000-0000-000000000000}"/>
          </ac:spMkLst>
        </pc:spChg>
        <pc:spChg chg="mod">
          <ac:chgData name="Ko  Boss YT" userId="42c8854cd432177e" providerId="LiveId" clId="{6076498E-71FC-4CD7-B6A7-34991C315477}" dt="2026-09-25T05:16:36.060" v="356" actId="403"/>
          <ac:spMkLst>
            <pc:docMk/>
            <pc:sldMk cId="0" sldId="260"/>
            <ac:spMk id="3" creationId="{00000000-0000-0000-0000-000000000000}"/>
          </ac:spMkLst>
        </pc:spChg>
        <pc:spChg chg="mod">
          <ac:chgData name="Ko  Boss YT" userId="42c8854cd432177e" providerId="LiveId" clId="{6076498E-71FC-4CD7-B6A7-34991C315477}" dt="2026-09-25T05:16:56.229" v="360" actId="1076"/>
          <ac:spMkLst>
            <pc:docMk/>
            <pc:sldMk cId="0" sldId="260"/>
            <ac:spMk id="4" creationId="{00000000-0000-0000-0000-000000000000}"/>
          </ac:spMkLst>
        </pc:spChg>
        <pc:spChg chg="mod">
          <ac:chgData name="Ko  Boss YT" userId="42c8854cd432177e" providerId="LiveId" clId="{6076498E-71FC-4CD7-B6A7-34991C315477}" dt="2026-09-25T05:16:49.509" v="359" actId="403"/>
          <ac:spMkLst>
            <pc:docMk/>
            <pc:sldMk cId="0" sldId="260"/>
            <ac:spMk id="5" creationId="{00000000-0000-0000-0000-000000000000}"/>
          </ac:spMkLst>
        </pc:spChg>
        <pc:spChg chg="del mod">
          <ac:chgData name="Ko  Boss YT" userId="42c8854cd432177e" providerId="LiveId" clId="{6076498E-71FC-4CD7-B6A7-34991C315477}" dt="2026-09-24T17:52:08.319" v="23" actId="478"/>
          <ac:spMkLst>
            <pc:docMk/>
            <pc:sldMk cId="0" sldId="260"/>
            <ac:spMk id="6" creationId="{00000000-0000-0000-0000-000000000000}"/>
          </ac:spMkLst>
        </pc:spChg>
      </pc:sldChg>
      <pc:sldChg chg="del">
        <pc:chgData name="Ko  Boss YT" userId="42c8854cd432177e" providerId="LiveId" clId="{6076498E-71FC-4CD7-B6A7-34991C315477}" dt="2026-09-24T18:48:44.258" v="338" actId="47"/>
        <pc:sldMkLst>
          <pc:docMk/>
          <pc:sldMk cId="0" sldId="261"/>
        </pc:sldMkLst>
      </pc:sldChg>
      <pc:sldChg chg="del">
        <pc:chgData name="Ko  Boss YT" userId="42c8854cd432177e" providerId="LiveId" clId="{6076498E-71FC-4CD7-B6A7-34991C315477}" dt="2026-09-24T18:48:46.586" v="339" actId="47"/>
        <pc:sldMkLst>
          <pc:docMk/>
          <pc:sldMk cId="0" sldId="262"/>
        </pc:sldMkLst>
      </pc:sldChg>
      <pc:sldChg chg="del">
        <pc:chgData name="Ko  Boss YT" userId="42c8854cd432177e" providerId="LiveId" clId="{6076498E-71FC-4CD7-B6A7-34991C315477}" dt="2026-09-24T18:49:11.918" v="344" actId="47"/>
        <pc:sldMkLst>
          <pc:docMk/>
          <pc:sldMk cId="0" sldId="263"/>
        </pc:sldMkLst>
      </pc:sldChg>
      <pc:sldChg chg="addSp delSp modSp mod ord">
        <pc:chgData name="Ko  Boss YT" userId="42c8854cd432177e" providerId="LiveId" clId="{6076498E-71FC-4CD7-B6A7-34991C315477}" dt="2026-09-25T05:54:39.588" v="691"/>
        <pc:sldMkLst>
          <pc:docMk/>
          <pc:sldMk cId="0" sldId="264"/>
        </pc:sldMkLst>
        <pc:spChg chg="mod">
          <ac:chgData name="Ko  Boss YT" userId="42c8854cd432177e" providerId="LiveId" clId="{6076498E-71FC-4CD7-B6A7-34991C315477}" dt="2026-09-25T05:40:06.325" v="574" actId="1076"/>
          <ac:spMkLst>
            <pc:docMk/>
            <pc:sldMk cId="0" sldId="264"/>
            <ac:spMk id="2" creationId="{00000000-0000-0000-0000-000000000000}"/>
          </ac:spMkLst>
        </pc:spChg>
        <pc:spChg chg="mod">
          <ac:chgData name="Ko  Boss YT" userId="42c8854cd432177e" providerId="LiveId" clId="{6076498E-71FC-4CD7-B6A7-34991C315477}" dt="2026-09-25T05:21:54.285" v="392" actId="1076"/>
          <ac:spMkLst>
            <pc:docMk/>
            <pc:sldMk cId="0" sldId="264"/>
            <ac:spMk id="3" creationId="{00000000-0000-0000-0000-000000000000}"/>
          </ac:spMkLst>
        </pc:spChg>
        <pc:spChg chg="del mod">
          <ac:chgData name="Ko  Boss YT" userId="42c8854cd432177e" providerId="LiveId" clId="{6076498E-71FC-4CD7-B6A7-34991C315477}" dt="2026-09-24T18:38:10.786" v="256"/>
          <ac:spMkLst>
            <pc:docMk/>
            <pc:sldMk cId="0" sldId="264"/>
            <ac:spMk id="4" creationId="{00000000-0000-0000-0000-000000000000}"/>
          </ac:spMkLst>
        </pc:spChg>
        <pc:spChg chg="add del mod">
          <ac:chgData name="Ko  Boss YT" userId="42c8854cd432177e" providerId="LiveId" clId="{6076498E-71FC-4CD7-B6A7-34991C315477}" dt="2026-09-25T05:21:23.357" v="381"/>
          <ac:spMkLst>
            <pc:docMk/>
            <pc:sldMk cId="0" sldId="264"/>
            <ac:spMk id="4" creationId="{2C126336-4CC7-639B-F451-5815E7DE0BDF}"/>
          </ac:spMkLst>
        </pc:spChg>
        <pc:spChg chg="add del mod">
          <ac:chgData name="Ko  Boss YT" userId="42c8854cd432177e" providerId="LiveId" clId="{6076498E-71FC-4CD7-B6A7-34991C315477}" dt="2026-09-25T05:21:25.406" v="384"/>
          <ac:spMkLst>
            <pc:docMk/>
            <pc:sldMk cId="0" sldId="264"/>
            <ac:spMk id="5" creationId="{EE1C8F96-08DC-3B49-4A8A-5B2395C466C9}"/>
          </ac:spMkLst>
        </pc:spChg>
        <pc:spChg chg="add mod">
          <ac:chgData name="Ko  Boss YT" userId="42c8854cd432177e" providerId="LiveId" clId="{6076498E-71FC-4CD7-B6A7-34991C315477}" dt="2026-09-25T05:54:39.588" v="691"/>
          <ac:spMkLst>
            <pc:docMk/>
            <pc:sldMk cId="0" sldId="264"/>
            <ac:spMk id="6" creationId="{62BAFD22-D288-D57D-3646-9CA87ED188E0}"/>
          </ac:spMkLst>
        </pc:spChg>
      </pc:sldChg>
      <pc:sldChg chg="del">
        <pc:chgData name="Ko  Boss YT" userId="42c8854cd432177e" providerId="LiveId" clId="{6076498E-71FC-4CD7-B6A7-34991C315477}" dt="2026-09-24T18:49:15.114" v="346" actId="47"/>
        <pc:sldMkLst>
          <pc:docMk/>
          <pc:sldMk cId="0" sldId="265"/>
        </pc:sldMkLst>
      </pc:sldChg>
      <pc:sldChg chg="addSp modSp mod">
        <pc:chgData name="Ko  Boss YT" userId="42c8854cd432177e" providerId="LiveId" clId="{6076498E-71FC-4CD7-B6A7-34991C315477}" dt="2026-09-25T06:01:09.824" v="745" actId="20577"/>
        <pc:sldMkLst>
          <pc:docMk/>
          <pc:sldMk cId="0" sldId="266"/>
        </pc:sldMkLst>
        <pc:spChg chg="add mod">
          <ac:chgData name="Ko  Boss YT" userId="42c8854cd432177e" providerId="LiveId" clId="{6076498E-71FC-4CD7-B6A7-34991C315477}" dt="2026-09-25T06:01:09.824" v="745" actId="20577"/>
          <ac:spMkLst>
            <pc:docMk/>
            <pc:sldMk cId="0" sldId="266"/>
            <ac:spMk id="4" creationId="{B9554AC5-C5EA-6F6F-3DEB-4A098BD1476D}"/>
          </ac:spMkLst>
        </pc:spChg>
      </pc:sldChg>
      <pc:sldChg chg="ord">
        <pc:chgData name="Ko  Boss YT" userId="42c8854cd432177e" providerId="LiveId" clId="{6076498E-71FC-4CD7-B6A7-34991C315477}" dt="2026-09-24T18:49:21.198" v="348"/>
        <pc:sldMkLst>
          <pc:docMk/>
          <pc:sldMk cId="0" sldId="267"/>
        </pc:sldMkLst>
      </pc:sldChg>
      <pc:sldChg chg="addSp delSp modSp mod">
        <pc:chgData name="Ko  Boss YT" userId="42c8854cd432177e" providerId="LiveId" clId="{6076498E-71FC-4CD7-B6A7-34991C315477}" dt="2026-09-25T06:07:41.294" v="820" actId="20577"/>
        <pc:sldMkLst>
          <pc:docMk/>
          <pc:sldMk cId="0" sldId="272"/>
        </pc:sldMkLst>
        <pc:spChg chg="mod">
          <ac:chgData name="Ko  Boss YT" userId="42c8854cd432177e" providerId="LiveId" clId="{6076498E-71FC-4CD7-B6A7-34991C315477}" dt="2026-09-25T06:07:41.294" v="820" actId="20577"/>
          <ac:spMkLst>
            <pc:docMk/>
            <pc:sldMk cId="0" sldId="272"/>
            <ac:spMk id="2" creationId="{00000000-0000-0000-0000-000000000000}"/>
          </ac:spMkLst>
        </pc:spChg>
        <pc:spChg chg="add del mod">
          <ac:chgData name="Ko  Boss YT" userId="42c8854cd432177e" providerId="LiveId" clId="{6076498E-71FC-4CD7-B6A7-34991C315477}" dt="2026-09-25T06:07:26.766" v="806"/>
          <ac:spMkLst>
            <pc:docMk/>
            <pc:sldMk cId="0" sldId="272"/>
            <ac:spMk id="3" creationId="{B9FBD8E9-85E6-6361-00BB-E7E9BB1871DF}"/>
          </ac:spMkLst>
        </pc:spChg>
      </pc:sldChg>
      <pc:sldChg chg="del">
        <pc:chgData name="Ko  Boss YT" userId="42c8854cd432177e" providerId="LiveId" clId="{6076498E-71FC-4CD7-B6A7-34991C315477}" dt="2026-09-24T18:49:12.779" v="345" actId="47"/>
        <pc:sldMkLst>
          <pc:docMk/>
          <pc:sldMk cId="2627155575" sldId="273"/>
        </pc:sldMkLst>
      </pc:sldChg>
      <pc:sldChg chg="del ord">
        <pc:chgData name="Ko  Boss YT" userId="42c8854cd432177e" providerId="LiveId" clId="{6076498E-71FC-4CD7-B6A7-34991C315477}" dt="2026-09-25T05:28:43.562" v="454" actId="47"/>
        <pc:sldMkLst>
          <pc:docMk/>
          <pc:sldMk cId="245724425" sldId="274"/>
        </pc:sldMkLst>
      </pc:sldChg>
      <pc:sldChg chg="addSp delSp modSp new mod">
        <pc:chgData name="Ko  Boss YT" userId="42c8854cd432177e" providerId="LiveId" clId="{6076498E-71FC-4CD7-B6A7-34991C315477}" dt="2026-09-25T05:59:11.316" v="704"/>
        <pc:sldMkLst>
          <pc:docMk/>
          <pc:sldMk cId="4262010001" sldId="275"/>
        </pc:sldMkLst>
        <pc:spChg chg="mod">
          <ac:chgData name="Ko  Boss YT" userId="42c8854cd432177e" providerId="LiveId" clId="{6076498E-71FC-4CD7-B6A7-34991C315477}" dt="2026-09-24T17:54:34.169" v="58" actId="115"/>
          <ac:spMkLst>
            <pc:docMk/>
            <pc:sldMk cId="4262010001" sldId="275"/>
            <ac:spMk id="2" creationId="{C89BC46B-418C-1D2F-6E68-9FE4B36216ED}"/>
          </ac:spMkLst>
        </pc:spChg>
        <pc:spChg chg="del">
          <ac:chgData name="Ko  Boss YT" userId="42c8854cd432177e" providerId="LiveId" clId="{6076498E-71FC-4CD7-B6A7-34991C315477}" dt="2026-09-24T17:53:28.578" v="38"/>
          <ac:spMkLst>
            <pc:docMk/>
            <pc:sldMk cId="4262010001" sldId="275"/>
            <ac:spMk id="3" creationId="{ACEA0EBD-25F2-237A-35C7-A467B7A3ECFF}"/>
          </ac:spMkLst>
        </pc:spChg>
        <pc:spChg chg="del mod">
          <ac:chgData name="Ko  Boss YT" userId="42c8854cd432177e" providerId="LiveId" clId="{6076498E-71FC-4CD7-B6A7-34991C315477}" dt="2026-09-24T17:54:25.285" v="55" actId="478"/>
          <ac:spMkLst>
            <pc:docMk/>
            <pc:sldMk cId="4262010001" sldId="275"/>
            <ac:spMk id="4" creationId="{278D60B6-D15D-6534-0B8F-1219287032A9}"/>
          </ac:spMkLst>
        </pc:spChg>
        <pc:graphicFrameChg chg="add mod modGraphic">
          <ac:chgData name="Ko  Boss YT" userId="42c8854cd432177e" providerId="LiveId" clId="{6076498E-71FC-4CD7-B6A7-34991C315477}" dt="2026-09-25T05:59:11.316" v="704"/>
          <ac:graphicFrameMkLst>
            <pc:docMk/>
            <pc:sldMk cId="4262010001" sldId="275"/>
            <ac:graphicFrameMk id="5" creationId="{6C6C4C0F-224D-9D05-FB9B-099FF73ECFA2}"/>
          </ac:graphicFrameMkLst>
        </pc:graphicFrameChg>
      </pc:sldChg>
      <pc:sldChg chg="addSp delSp modSp new mod">
        <pc:chgData name="Ko  Boss YT" userId="42c8854cd432177e" providerId="LiveId" clId="{6076498E-71FC-4CD7-B6A7-34991C315477}" dt="2026-09-25T06:44:15.750" v="906" actId="20577"/>
        <pc:sldMkLst>
          <pc:docMk/>
          <pc:sldMk cId="3005963112" sldId="276"/>
        </pc:sldMkLst>
        <pc:spChg chg="mod">
          <ac:chgData name="Ko  Boss YT" userId="42c8854cd432177e" providerId="LiveId" clId="{6076498E-71FC-4CD7-B6A7-34991C315477}" dt="2026-09-25T05:35:32.918" v="532" actId="1076"/>
          <ac:spMkLst>
            <pc:docMk/>
            <pc:sldMk cId="3005963112" sldId="276"/>
            <ac:spMk id="2" creationId="{341BFDCD-9D42-CE02-EFED-16562DB3ED94}"/>
          </ac:spMkLst>
        </pc:spChg>
        <pc:spChg chg="del">
          <ac:chgData name="Ko  Boss YT" userId="42c8854cd432177e" providerId="LiveId" clId="{6076498E-71FC-4CD7-B6A7-34991C315477}" dt="2026-09-24T17:55:25.776" v="62"/>
          <ac:spMkLst>
            <pc:docMk/>
            <pc:sldMk cId="3005963112" sldId="276"/>
            <ac:spMk id="3" creationId="{1813E467-09B0-A534-5327-9CD8B367351C}"/>
          </ac:spMkLst>
        </pc:spChg>
        <pc:spChg chg="del">
          <ac:chgData name="Ko  Boss YT" userId="42c8854cd432177e" providerId="LiveId" clId="{6076498E-71FC-4CD7-B6A7-34991C315477}" dt="2026-09-24T17:55:29.437" v="63" actId="478"/>
          <ac:spMkLst>
            <pc:docMk/>
            <pc:sldMk cId="3005963112" sldId="276"/>
            <ac:spMk id="4" creationId="{1BF43043-E620-54B8-7849-6A1ED311B006}"/>
          </ac:spMkLst>
        </pc:spChg>
        <pc:graphicFrameChg chg="add mod modGraphic">
          <ac:chgData name="Ko  Boss YT" userId="42c8854cd432177e" providerId="LiveId" clId="{6076498E-71FC-4CD7-B6A7-34991C315477}" dt="2026-09-25T06:44:15.750" v="906" actId="20577"/>
          <ac:graphicFrameMkLst>
            <pc:docMk/>
            <pc:sldMk cId="3005963112" sldId="276"/>
            <ac:graphicFrameMk id="5" creationId="{939E1991-89F3-D61F-DC3C-6546FB0A479A}"/>
          </ac:graphicFrameMkLst>
        </pc:graphicFrameChg>
      </pc:sldChg>
      <pc:sldChg chg="addSp delSp modSp new mod">
        <pc:chgData name="Ko  Boss YT" userId="42c8854cd432177e" providerId="LiveId" clId="{6076498E-71FC-4CD7-B6A7-34991C315477}" dt="2026-09-25T06:46:48.788" v="908" actId="20577"/>
        <pc:sldMkLst>
          <pc:docMk/>
          <pc:sldMk cId="1833643568" sldId="277"/>
        </pc:sldMkLst>
        <pc:spChg chg="del mod">
          <ac:chgData name="Ko  Boss YT" userId="42c8854cd432177e" providerId="LiveId" clId="{6076498E-71FC-4CD7-B6A7-34991C315477}" dt="2026-09-24T18:14:03.692" v="129" actId="478"/>
          <ac:spMkLst>
            <pc:docMk/>
            <pc:sldMk cId="1833643568" sldId="277"/>
            <ac:spMk id="2" creationId="{8CE40621-DCC8-9E54-408D-D97B9BAC4C8D}"/>
          </ac:spMkLst>
        </pc:spChg>
        <pc:spChg chg="del mod">
          <ac:chgData name="Ko  Boss YT" userId="42c8854cd432177e" providerId="LiveId" clId="{6076498E-71FC-4CD7-B6A7-34991C315477}" dt="2026-09-24T18:13:27.922" v="121" actId="22"/>
          <ac:spMkLst>
            <pc:docMk/>
            <pc:sldMk cId="1833643568" sldId="277"/>
            <ac:spMk id="3" creationId="{1BB1AE8A-C343-55F8-BEB7-62036EBDAB4E}"/>
          </ac:spMkLst>
        </pc:spChg>
        <pc:spChg chg="mod">
          <ac:chgData name="Ko  Boss YT" userId="42c8854cd432177e" providerId="LiveId" clId="{6076498E-71FC-4CD7-B6A7-34991C315477}" dt="2026-09-25T06:46:48.788" v="908" actId="20577"/>
          <ac:spMkLst>
            <pc:docMk/>
            <pc:sldMk cId="1833643568" sldId="277"/>
            <ac:spMk id="4" creationId="{B2654E03-1F47-346C-2BFA-7BB3286E65AD}"/>
          </ac:spMkLst>
        </pc:spChg>
        <pc:picChg chg="add mod ord modCrop">
          <ac:chgData name="Ko  Boss YT" userId="42c8854cd432177e" providerId="LiveId" clId="{6076498E-71FC-4CD7-B6A7-34991C315477}" dt="2026-09-25T05:39:18.460" v="572" actId="1076"/>
          <ac:picMkLst>
            <pc:docMk/>
            <pc:sldMk cId="1833643568" sldId="277"/>
            <ac:picMk id="6" creationId="{38B7642C-64E0-7B13-7646-EF7A01725F49}"/>
          </ac:picMkLst>
        </pc:picChg>
      </pc:sldChg>
      <pc:sldChg chg="addSp delSp modSp new mod">
        <pc:chgData name="Ko  Boss YT" userId="42c8854cd432177e" providerId="LiveId" clId="{6076498E-71FC-4CD7-B6A7-34991C315477}" dt="2026-09-25T05:48:45.274" v="641" actId="20577"/>
        <pc:sldMkLst>
          <pc:docMk/>
          <pc:sldMk cId="3564322196" sldId="278"/>
        </pc:sldMkLst>
        <pc:spChg chg="mod">
          <ac:chgData name="Ko  Boss YT" userId="42c8854cd432177e" providerId="LiveId" clId="{6076498E-71FC-4CD7-B6A7-34991C315477}" dt="2026-09-24T18:23:30.519" v="171" actId="1076"/>
          <ac:spMkLst>
            <pc:docMk/>
            <pc:sldMk cId="3564322196" sldId="278"/>
            <ac:spMk id="2" creationId="{1A056580-A588-3510-E47F-61C804EB374B}"/>
          </ac:spMkLst>
        </pc:spChg>
        <pc:spChg chg="del">
          <ac:chgData name="Ko  Boss YT" userId="42c8854cd432177e" providerId="LiveId" clId="{6076498E-71FC-4CD7-B6A7-34991C315477}" dt="2026-09-24T18:21:51.669" v="151"/>
          <ac:spMkLst>
            <pc:docMk/>
            <pc:sldMk cId="3564322196" sldId="278"/>
            <ac:spMk id="3" creationId="{11C0153A-5006-E844-2307-9AC2738CC1C3}"/>
          </ac:spMkLst>
        </pc:spChg>
        <pc:spChg chg="del">
          <ac:chgData name="Ko  Boss YT" userId="42c8854cd432177e" providerId="LiveId" clId="{6076498E-71FC-4CD7-B6A7-34991C315477}" dt="2026-09-24T18:22:36.461" v="161"/>
          <ac:spMkLst>
            <pc:docMk/>
            <pc:sldMk cId="3564322196" sldId="278"/>
            <ac:spMk id="4" creationId="{7666071C-43DD-B3DC-8BCD-BC445C69A0F7}"/>
          </ac:spMkLst>
        </pc:spChg>
        <pc:graphicFrameChg chg="add mod modGraphic">
          <ac:chgData name="Ko  Boss YT" userId="42c8854cd432177e" providerId="LiveId" clId="{6076498E-71FC-4CD7-B6A7-34991C315477}" dt="2026-09-24T18:22:15.423" v="160" actId="14100"/>
          <ac:graphicFrameMkLst>
            <pc:docMk/>
            <pc:sldMk cId="3564322196" sldId="278"/>
            <ac:graphicFrameMk id="5" creationId="{31B17801-DBE0-798F-25C6-D48C14EC08AE}"/>
          </ac:graphicFrameMkLst>
        </pc:graphicFrameChg>
        <pc:graphicFrameChg chg="add mod modGraphic">
          <ac:chgData name="Ko  Boss YT" userId="42c8854cd432177e" providerId="LiveId" clId="{6076498E-71FC-4CD7-B6A7-34991C315477}" dt="2026-09-25T05:48:45.274" v="641" actId="20577"/>
          <ac:graphicFrameMkLst>
            <pc:docMk/>
            <pc:sldMk cId="3564322196" sldId="278"/>
            <ac:graphicFrameMk id="6" creationId="{006B0C4B-C877-C651-4E2C-A9FE7EAF7B5C}"/>
          </ac:graphicFrameMkLst>
        </pc:graphicFrameChg>
      </pc:sldChg>
      <pc:sldChg chg="addSp delSp modSp add mod">
        <pc:chgData name="Ko  Boss YT" userId="42c8854cd432177e" providerId="LiveId" clId="{6076498E-71FC-4CD7-B6A7-34991C315477}" dt="2026-09-25T05:52:23.953" v="683" actId="478"/>
        <pc:sldMkLst>
          <pc:docMk/>
          <pc:sldMk cId="4224707644" sldId="279"/>
        </pc:sldMkLst>
        <pc:spChg chg="del">
          <ac:chgData name="Ko  Boss YT" userId="42c8854cd432177e" providerId="LiveId" clId="{6076498E-71FC-4CD7-B6A7-34991C315477}" dt="2026-09-24T18:24:06.364" v="177" actId="478"/>
          <ac:spMkLst>
            <pc:docMk/>
            <pc:sldMk cId="4224707644" sldId="279"/>
            <ac:spMk id="2" creationId="{FABEA848-A021-7B28-7B09-5236D795E092}"/>
          </ac:spMkLst>
        </pc:spChg>
        <pc:spChg chg="add del mod">
          <ac:chgData name="Ko  Boss YT" userId="42c8854cd432177e" providerId="LiveId" clId="{6076498E-71FC-4CD7-B6A7-34991C315477}" dt="2026-09-25T05:52:23.953" v="683" actId="478"/>
          <ac:spMkLst>
            <pc:docMk/>
            <pc:sldMk cId="4224707644" sldId="279"/>
            <ac:spMk id="3" creationId="{206BA07E-8E4B-8064-8543-D8BF6E8BE918}"/>
          </ac:spMkLst>
        </pc:spChg>
        <pc:spChg chg="add del mod">
          <ac:chgData name="Ko  Boss YT" userId="42c8854cd432177e" providerId="LiveId" clId="{6076498E-71FC-4CD7-B6A7-34991C315477}" dt="2026-09-24T18:24:11.911" v="180" actId="478"/>
          <ac:spMkLst>
            <pc:docMk/>
            <pc:sldMk cId="4224707644" sldId="279"/>
            <ac:spMk id="4" creationId="{F23DF670-9D94-C580-257D-6C1736DA6770}"/>
          </ac:spMkLst>
        </pc:spChg>
        <pc:graphicFrameChg chg="mod modGraphic">
          <ac:chgData name="Ko  Boss YT" userId="42c8854cd432177e" providerId="LiveId" clId="{6076498E-71FC-4CD7-B6A7-34991C315477}" dt="2026-09-25T05:52:22.107" v="682" actId="1076"/>
          <ac:graphicFrameMkLst>
            <pc:docMk/>
            <pc:sldMk cId="4224707644" sldId="279"/>
            <ac:graphicFrameMk id="5" creationId="{365E3237-B3E7-0A9E-B9CC-909B5A7CFEE1}"/>
          </ac:graphicFrameMkLst>
        </pc:graphicFrameChg>
        <pc:graphicFrameChg chg="del mod modGraphic">
          <ac:chgData name="Ko  Boss YT" userId="42c8854cd432177e" providerId="LiveId" clId="{6076498E-71FC-4CD7-B6A7-34991C315477}" dt="2026-09-25T05:52:12.552" v="679" actId="21"/>
          <ac:graphicFrameMkLst>
            <pc:docMk/>
            <pc:sldMk cId="4224707644" sldId="279"/>
            <ac:graphicFrameMk id="6" creationId="{D0CD7A96-2C54-8748-BBD8-414A712EE97B}"/>
          </ac:graphicFrameMkLst>
        </pc:graphicFrameChg>
      </pc:sldChg>
      <pc:sldChg chg="modSp new mod">
        <pc:chgData name="Ko  Boss YT" userId="42c8854cd432177e" providerId="LiveId" clId="{6076498E-71FC-4CD7-B6A7-34991C315477}" dt="2026-09-24T18:28:15.805" v="192" actId="1076"/>
        <pc:sldMkLst>
          <pc:docMk/>
          <pc:sldMk cId="667497122" sldId="280"/>
        </pc:sldMkLst>
        <pc:spChg chg="mod">
          <ac:chgData name="Ko  Boss YT" userId="42c8854cd432177e" providerId="LiveId" clId="{6076498E-71FC-4CD7-B6A7-34991C315477}" dt="2026-09-24T18:27:59.780" v="190" actId="1076"/>
          <ac:spMkLst>
            <pc:docMk/>
            <pc:sldMk cId="667497122" sldId="280"/>
            <ac:spMk id="2" creationId="{EFF0187E-C891-4506-1AD5-AAEC3DD4F8AA}"/>
          </ac:spMkLst>
        </pc:spChg>
        <pc:spChg chg="mod">
          <ac:chgData name="Ko  Boss YT" userId="42c8854cd432177e" providerId="LiveId" clId="{6076498E-71FC-4CD7-B6A7-34991C315477}" dt="2026-09-24T18:28:15.805" v="192" actId="1076"/>
          <ac:spMkLst>
            <pc:docMk/>
            <pc:sldMk cId="667497122" sldId="280"/>
            <ac:spMk id="3" creationId="{25E9C006-F521-26F7-1C1E-CABC844E042E}"/>
          </ac:spMkLst>
        </pc:spChg>
        <pc:spChg chg="mod">
          <ac:chgData name="Ko  Boss YT" userId="42c8854cd432177e" providerId="LiveId" clId="{6076498E-71FC-4CD7-B6A7-34991C315477}" dt="2026-09-24T18:28:09.375" v="191" actId="14100"/>
          <ac:spMkLst>
            <pc:docMk/>
            <pc:sldMk cId="667497122" sldId="280"/>
            <ac:spMk id="4" creationId="{FE2E4D60-3C5C-B577-5FC9-547A12D3BF67}"/>
          </ac:spMkLst>
        </pc:spChg>
      </pc:sldChg>
      <pc:sldChg chg="addSp delSp modSp new mod">
        <pc:chgData name="Ko  Boss YT" userId="42c8854cd432177e" providerId="LiveId" clId="{6076498E-71FC-4CD7-B6A7-34991C315477}" dt="2026-09-25T05:42:13.427" v="580" actId="1076"/>
        <pc:sldMkLst>
          <pc:docMk/>
          <pc:sldMk cId="2311578800" sldId="281"/>
        </pc:sldMkLst>
        <pc:spChg chg="del">
          <ac:chgData name="Ko  Boss YT" userId="42c8854cd432177e" providerId="LiveId" clId="{6076498E-71FC-4CD7-B6A7-34991C315477}" dt="2026-09-25T05:22:45.987" v="400" actId="478"/>
          <ac:spMkLst>
            <pc:docMk/>
            <pc:sldMk cId="2311578800" sldId="281"/>
            <ac:spMk id="2" creationId="{D93193A5-8F4F-EC43-24BD-994108771D3A}"/>
          </ac:spMkLst>
        </pc:spChg>
        <pc:spChg chg="del">
          <ac:chgData name="Ko  Boss YT" userId="42c8854cd432177e" providerId="LiveId" clId="{6076498E-71FC-4CD7-B6A7-34991C315477}" dt="2026-09-24T18:36:43.578" v="211"/>
          <ac:spMkLst>
            <pc:docMk/>
            <pc:sldMk cId="2311578800" sldId="281"/>
            <ac:spMk id="3" creationId="{179C2121-5BC3-6991-F146-88F988F66510}"/>
          </ac:spMkLst>
        </pc:spChg>
        <pc:spChg chg="add mod">
          <ac:chgData name="Ko  Boss YT" userId="42c8854cd432177e" providerId="LiveId" clId="{6076498E-71FC-4CD7-B6A7-34991C315477}" dt="2026-09-25T05:40:44.521" v="576" actId="113"/>
          <ac:spMkLst>
            <pc:docMk/>
            <pc:sldMk cId="2311578800" sldId="281"/>
            <ac:spMk id="3" creationId="{28D7B19D-0AF2-C56C-5446-C93F9013506E}"/>
          </ac:spMkLst>
        </pc:spChg>
        <pc:spChg chg="del">
          <ac:chgData name="Ko  Boss YT" userId="42c8854cd432177e" providerId="LiveId" clId="{6076498E-71FC-4CD7-B6A7-34991C315477}" dt="2026-09-24T18:36:48.413" v="212" actId="478"/>
          <ac:spMkLst>
            <pc:docMk/>
            <pc:sldMk cId="2311578800" sldId="281"/>
            <ac:spMk id="4" creationId="{4C314EC6-5848-1924-CFDB-8787B0C9FD4B}"/>
          </ac:spMkLst>
        </pc:spChg>
        <pc:graphicFrameChg chg="add mod modGraphic">
          <ac:chgData name="Ko  Boss YT" userId="42c8854cd432177e" providerId="LiveId" clId="{6076498E-71FC-4CD7-B6A7-34991C315477}" dt="2026-09-25T05:42:13.427" v="580" actId="1076"/>
          <ac:graphicFrameMkLst>
            <pc:docMk/>
            <pc:sldMk cId="2311578800" sldId="281"/>
            <ac:graphicFrameMk id="5" creationId="{69C2B0E2-7522-54C7-381C-FFDA90EF6ABA}"/>
          </ac:graphicFrameMkLst>
        </pc:graphicFrameChg>
      </pc:sldChg>
      <pc:sldChg chg="addSp delSp modSp new mod">
        <pc:chgData name="Ko  Boss YT" userId="42c8854cd432177e" providerId="LiveId" clId="{6076498E-71FC-4CD7-B6A7-34991C315477}" dt="2026-09-25T05:55:03.691" v="695" actId="113"/>
        <pc:sldMkLst>
          <pc:docMk/>
          <pc:sldMk cId="1554910906" sldId="282"/>
        </pc:sldMkLst>
        <pc:spChg chg="mod">
          <ac:chgData name="Ko  Boss YT" userId="42c8854cd432177e" providerId="LiveId" clId="{6076498E-71FC-4CD7-B6A7-34991C315477}" dt="2026-09-24T18:41:57.715" v="273" actId="1076"/>
          <ac:spMkLst>
            <pc:docMk/>
            <pc:sldMk cId="1554910906" sldId="282"/>
            <ac:spMk id="2" creationId="{64F77016-AF1D-9125-3E5F-EFFB08FCB493}"/>
          </ac:spMkLst>
        </pc:spChg>
        <pc:spChg chg="del">
          <ac:chgData name="Ko  Boss YT" userId="42c8854cd432177e" providerId="LiveId" clId="{6076498E-71FC-4CD7-B6A7-34991C315477}" dt="2026-09-24T18:39:00.681" v="258"/>
          <ac:spMkLst>
            <pc:docMk/>
            <pc:sldMk cId="1554910906" sldId="282"/>
            <ac:spMk id="3" creationId="{30637752-FEE8-3F46-766B-207199A665D0}"/>
          </ac:spMkLst>
        </pc:spChg>
        <pc:spChg chg="del">
          <ac:chgData name="Ko  Boss YT" userId="42c8854cd432177e" providerId="LiveId" clId="{6076498E-71FC-4CD7-B6A7-34991C315477}" dt="2026-09-24T18:41:23.369" v="267" actId="478"/>
          <ac:spMkLst>
            <pc:docMk/>
            <pc:sldMk cId="1554910906" sldId="282"/>
            <ac:spMk id="4" creationId="{316EB4D4-7B98-52D8-6A6D-678815463264}"/>
          </ac:spMkLst>
        </pc:spChg>
        <pc:graphicFrameChg chg="add mod modGraphic">
          <ac:chgData name="Ko  Boss YT" userId="42c8854cd432177e" providerId="LiveId" clId="{6076498E-71FC-4CD7-B6A7-34991C315477}" dt="2026-09-25T05:55:03.691" v="695" actId="113"/>
          <ac:graphicFrameMkLst>
            <pc:docMk/>
            <pc:sldMk cId="1554910906" sldId="282"/>
            <ac:graphicFrameMk id="5" creationId="{4D609ACC-7520-FAA0-FF85-192D169058F4}"/>
          </ac:graphicFrameMkLst>
        </pc:graphicFrameChg>
        <pc:picChg chg="add mod modCrop">
          <ac:chgData name="Ko  Boss YT" userId="42c8854cd432177e" providerId="LiveId" clId="{6076498E-71FC-4CD7-B6A7-34991C315477}" dt="2026-09-24T18:41:36.259" v="270" actId="1076"/>
          <ac:picMkLst>
            <pc:docMk/>
            <pc:sldMk cId="1554910906" sldId="282"/>
            <ac:picMk id="6" creationId="{885DAB7F-1782-0F1A-816E-C626E98046AB}"/>
          </ac:picMkLst>
        </pc:picChg>
      </pc:sldChg>
      <pc:sldChg chg="addSp delSp modSp new mod">
        <pc:chgData name="Ko  Boss YT" userId="42c8854cd432177e" providerId="LiveId" clId="{6076498E-71FC-4CD7-B6A7-34991C315477}" dt="2026-09-25T06:03:32.043" v="768" actId="14100"/>
        <pc:sldMkLst>
          <pc:docMk/>
          <pc:sldMk cId="1402440029" sldId="283"/>
        </pc:sldMkLst>
        <pc:spChg chg="mod">
          <ac:chgData name="Ko  Boss YT" userId="42c8854cd432177e" providerId="LiveId" clId="{6076498E-71FC-4CD7-B6A7-34991C315477}" dt="2026-09-25T05:24:12.074" v="425" actId="1076"/>
          <ac:spMkLst>
            <pc:docMk/>
            <pc:sldMk cId="1402440029" sldId="283"/>
            <ac:spMk id="2" creationId="{4166C6A8-2C5C-7A27-37A0-2A79816570F1}"/>
          </ac:spMkLst>
        </pc:spChg>
        <pc:spChg chg="del mod">
          <ac:chgData name="Ko  Boss YT" userId="42c8854cd432177e" providerId="LiveId" clId="{6076498E-71FC-4CD7-B6A7-34991C315477}" dt="2026-09-25T06:02:22.607" v="747" actId="478"/>
          <ac:spMkLst>
            <pc:docMk/>
            <pc:sldMk cId="1402440029" sldId="283"/>
            <ac:spMk id="3" creationId="{E4974E69-6A61-A5E9-E592-3D5F7C367F4C}"/>
          </ac:spMkLst>
        </pc:spChg>
        <pc:spChg chg="del mod">
          <ac:chgData name="Ko  Boss YT" userId="42c8854cd432177e" providerId="LiveId" clId="{6076498E-71FC-4CD7-B6A7-34991C315477}" dt="2026-09-25T06:02:51.289" v="754" actId="478"/>
          <ac:spMkLst>
            <pc:docMk/>
            <pc:sldMk cId="1402440029" sldId="283"/>
            <ac:spMk id="4" creationId="{A3B38479-B9E8-CC23-D6E0-871755ED4D56}"/>
          </ac:spMkLst>
        </pc:spChg>
        <pc:spChg chg="add del mod">
          <ac:chgData name="Ko  Boss YT" userId="42c8854cd432177e" providerId="LiveId" clId="{6076498E-71FC-4CD7-B6A7-34991C315477}" dt="2026-09-25T06:02:25.252" v="748" actId="478"/>
          <ac:spMkLst>
            <pc:docMk/>
            <pc:sldMk cId="1402440029" sldId="283"/>
            <ac:spMk id="7" creationId="{B23EB135-C421-2B7E-0E66-686AFE3BB463}"/>
          </ac:spMkLst>
        </pc:spChg>
        <pc:spChg chg="add del mod">
          <ac:chgData name="Ko  Boss YT" userId="42c8854cd432177e" providerId="LiveId" clId="{6076498E-71FC-4CD7-B6A7-34991C315477}" dt="2026-09-25T06:02:53.741" v="755" actId="478"/>
          <ac:spMkLst>
            <pc:docMk/>
            <pc:sldMk cId="1402440029" sldId="283"/>
            <ac:spMk id="11" creationId="{B0CD9D5B-1810-A872-6F30-6BF3BE4ED70F}"/>
          </ac:spMkLst>
        </pc:spChg>
        <pc:graphicFrameChg chg="add mod modGraphic">
          <ac:chgData name="Ko  Boss YT" userId="42c8854cd432177e" providerId="LiveId" clId="{6076498E-71FC-4CD7-B6A7-34991C315477}" dt="2026-09-25T06:03:27.851" v="767" actId="1076"/>
          <ac:graphicFrameMkLst>
            <pc:docMk/>
            <pc:sldMk cId="1402440029" sldId="283"/>
            <ac:graphicFrameMk id="5" creationId="{351EA45D-307A-7A78-ED7A-26B6F6D59807}"/>
          </ac:graphicFrameMkLst>
        </pc:graphicFrameChg>
        <pc:graphicFrameChg chg="add mod">
          <ac:chgData name="Ko  Boss YT" userId="42c8854cd432177e" providerId="LiveId" clId="{6076498E-71FC-4CD7-B6A7-34991C315477}" dt="2026-09-25T06:02:44.744" v="752"/>
          <ac:graphicFrameMkLst>
            <pc:docMk/>
            <pc:sldMk cId="1402440029" sldId="283"/>
            <ac:graphicFrameMk id="8" creationId="{FA5C17E2-F230-875A-F3CE-843AEBC51468}"/>
          </ac:graphicFrameMkLst>
        </pc:graphicFrameChg>
        <pc:graphicFrameChg chg="add mod modGraphic">
          <ac:chgData name="Ko  Boss YT" userId="42c8854cd432177e" providerId="LiveId" clId="{6076498E-71FC-4CD7-B6A7-34991C315477}" dt="2026-09-25T06:03:32.043" v="768" actId="14100"/>
          <ac:graphicFrameMkLst>
            <pc:docMk/>
            <pc:sldMk cId="1402440029" sldId="283"/>
            <ac:graphicFrameMk id="9" creationId="{7D344B4D-1C9D-66D1-2165-9C9B70A5ABE3}"/>
          </ac:graphicFrameMkLst>
        </pc:graphicFrameChg>
      </pc:sldChg>
      <pc:sldChg chg="addSp delSp modSp new mod">
        <pc:chgData name="Ko  Boss YT" userId="42c8854cd432177e" providerId="LiveId" clId="{6076498E-71FC-4CD7-B6A7-34991C315477}" dt="2026-09-25T06:04:42.694" v="793" actId="14100"/>
        <pc:sldMkLst>
          <pc:docMk/>
          <pc:sldMk cId="2071414219" sldId="284"/>
        </pc:sldMkLst>
        <pc:spChg chg="mod">
          <ac:chgData name="Ko  Boss YT" userId="42c8854cd432177e" providerId="LiveId" clId="{6076498E-71FC-4CD7-B6A7-34991C315477}" dt="2026-09-25T05:25:38.952" v="427" actId="1076"/>
          <ac:spMkLst>
            <pc:docMk/>
            <pc:sldMk cId="2071414219" sldId="284"/>
            <ac:spMk id="2" creationId="{631D56FC-7854-4F8C-C82F-037911DC0206}"/>
          </ac:spMkLst>
        </pc:spChg>
        <pc:spChg chg="del mod">
          <ac:chgData name="Ko  Boss YT" userId="42c8854cd432177e" providerId="LiveId" clId="{6076498E-71FC-4CD7-B6A7-34991C315477}" dt="2026-09-25T06:03:44.012" v="770" actId="478"/>
          <ac:spMkLst>
            <pc:docMk/>
            <pc:sldMk cId="2071414219" sldId="284"/>
            <ac:spMk id="3" creationId="{EAB716CE-360E-0DA5-1EC3-6997702E2F7A}"/>
          </ac:spMkLst>
        </pc:spChg>
        <pc:spChg chg="del mod">
          <ac:chgData name="Ko  Boss YT" userId="42c8854cd432177e" providerId="LiveId" clId="{6076498E-71FC-4CD7-B6A7-34991C315477}" dt="2026-09-25T06:03:47.572" v="772" actId="478"/>
          <ac:spMkLst>
            <pc:docMk/>
            <pc:sldMk cId="2071414219" sldId="284"/>
            <ac:spMk id="4" creationId="{68572AB1-2128-2326-402C-4CFC733A8B63}"/>
          </ac:spMkLst>
        </pc:spChg>
        <pc:spChg chg="add del mod">
          <ac:chgData name="Ko  Boss YT" userId="42c8854cd432177e" providerId="LiveId" clId="{6076498E-71FC-4CD7-B6A7-34991C315477}" dt="2026-09-25T06:03:45.326" v="771" actId="478"/>
          <ac:spMkLst>
            <pc:docMk/>
            <pc:sldMk cId="2071414219" sldId="284"/>
            <ac:spMk id="7" creationId="{29F30A72-5D66-CF51-A9C4-4887FBF07554}"/>
          </ac:spMkLst>
        </pc:spChg>
        <pc:spChg chg="add del mod">
          <ac:chgData name="Ko  Boss YT" userId="42c8854cd432177e" providerId="LiveId" clId="{6076498E-71FC-4CD7-B6A7-34991C315477}" dt="2026-09-25T06:03:48.659" v="773" actId="478"/>
          <ac:spMkLst>
            <pc:docMk/>
            <pc:sldMk cId="2071414219" sldId="284"/>
            <ac:spMk id="9" creationId="{DD4C219A-F5D8-B41D-479D-ADFDF04758D3}"/>
          </ac:spMkLst>
        </pc:spChg>
        <pc:spChg chg="add del mod">
          <ac:chgData name="Ko  Boss YT" userId="42c8854cd432177e" providerId="LiveId" clId="{6076498E-71FC-4CD7-B6A7-34991C315477}" dt="2026-09-25T06:04:10.288" v="782"/>
          <ac:spMkLst>
            <pc:docMk/>
            <pc:sldMk cId="2071414219" sldId="284"/>
            <ac:spMk id="10" creationId="{2F77D671-3F13-23C4-DE2D-C600125DC71C}"/>
          </ac:spMkLst>
        </pc:spChg>
        <pc:graphicFrameChg chg="add mod modGraphic">
          <ac:chgData name="Ko  Boss YT" userId="42c8854cd432177e" providerId="LiveId" clId="{6076498E-71FC-4CD7-B6A7-34991C315477}" dt="2026-09-25T06:04:03.245" v="779" actId="1076"/>
          <ac:graphicFrameMkLst>
            <pc:docMk/>
            <pc:sldMk cId="2071414219" sldId="284"/>
            <ac:graphicFrameMk id="5" creationId="{F5432CC5-9243-B1A8-B66D-F0A08C34867B}"/>
          </ac:graphicFrameMkLst>
        </pc:graphicFrameChg>
        <pc:graphicFrameChg chg="add mod modGraphic">
          <ac:chgData name="Ko  Boss YT" userId="42c8854cd432177e" providerId="LiveId" clId="{6076498E-71FC-4CD7-B6A7-34991C315477}" dt="2026-09-25T06:04:42.694" v="793" actId="14100"/>
          <ac:graphicFrameMkLst>
            <pc:docMk/>
            <pc:sldMk cId="2071414219" sldId="284"/>
            <ac:graphicFrameMk id="11" creationId="{5916BA90-DEB0-E173-50E4-83AC8B6CC003}"/>
          </ac:graphicFrameMkLst>
        </pc:graphicFrameChg>
      </pc:sldChg>
      <pc:sldChg chg="addSp delSp modSp new mod">
        <pc:chgData name="Ko  Boss YT" userId="42c8854cd432177e" providerId="LiveId" clId="{6076498E-71FC-4CD7-B6A7-34991C315477}" dt="2026-09-25T05:28:30.095" v="453" actId="1076"/>
        <pc:sldMkLst>
          <pc:docMk/>
          <pc:sldMk cId="1445175863" sldId="285"/>
        </pc:sldMkLst>
        <pc:spChg chg="mod">
          <ac:chgData name="Ko  Boss YT" userId="42c8854cd432177e" providerId="LiveId" clId="{6076498E-71FC-4CD7-B6A7-34991C315477}" dt="2026-09-25T05:28:30.095" v="453" actId="1076"/>
          <ac:spMkLst>
            <pc:docMk/>
            <pc:sldMk cId="1445175863" sldId="285"/>
            <ac:spMk id="2" creationId="{E91C96BD-6748-7C18-7E01-365846E9A8C0}"/>
          </ac:spMkLst>
        </pc:spChg>
        <pc:spChg chg="del">
          <ac:chgData name="Ko  Boss YT" userId="42c8854cd432177e" providerId="LiveId" clId="{6076498E-71FC-4CD7-B6A7-34991C315477}" dt="2026-09-24T18:47:45.174" v="320"/>
          <ac:spMkLst>
            <pc:docMk/>
            <pc:sldMk cId="1445175863" sldId="285"/>
            <ac:spMk id="3" creationId="{1213D17A-40B6-69AE-F075-08B52E9F15E1}"/>
          </ac:spMkLst>
        </pc:spChg>
        <pc:spChg chg="del mod">
          <ac:chgData name="Ko  Boss YT" userId="42c8854cd432177e" providerId="LiveId" clId="{6076498E-71FC-4CD7-B6A7-34991C315477}" dt="2026-09-24T18:48:07.659" v="331" actId="478"/>
          <ac:spMkLst>
            <pc:docMk/>
            <pc:sldMk cId="1445175863" sldId="285"/>
            <ac:spMk id="4" creationId="{7FB9B175-7D5B-B4DE-D0BA-8EA6AC309A5B}"/>
          </ac:spMkLst>
        </pc:spChg>
        <pc:graphicFrameChg chg="add mod modGraphic">
          <ac:chgData name="Ko  Boss YT" userId="42c8854cd432177e" providerId="LiveId" clId="{6076498E-71FC-4CD7-B6A7-34991C315477}" dt="2026-09-25T05:28:24.213" v="452" actId="14100"/>
          <ac:graphicFrameMkLst>
            <pc:docMk/>
            <pc:sldMk cId="1445175863" sldId="285"/>
            <ac:graphicFrameMk id="5" creationId="{6D50EC45-F598-4FA9-D2C0-E3924E21239E}"/>
          </ac:graphicFrameMkLst>
        </pc:graphicFrameChg>
      </pc:sldChg>
      <pc:sldChg chg="addSp delSp modSp new mod">
        <pc:chgData name="Ko  Boss YT" userId="42c8854cd432177e" providerId="LiveId" clId="{6076498E-71FC-4CD7-B6A7-34991C315477}" dt="2026-09-25T05:39:47.020" v="573" actId="1076"/>
        <pc:sldMkLst>
          <pc:docMk/>
          <pc:sldMk cId="3914509581" sldId="286"/>
        </pc:sldMkLst>
        <pc:spChg chg="del">
          <ac:chgData name="Ko  Boss YT" userId="42c8854cd432177e" providerId="LiveId" clId="{6076498E-71FC-4CD7-B6A7-34991C315477}" dt="2026-09-25T05:19:19.205" v="368" actId="478"/>
          <ac:spMkLst>
            <pc:docMk/>
            <pc:sldMk cId="3914509581" sldId="286"/>
            <ac:spMk id="2" creationId="{CA6F0A54-CC03-DBAD-2309-8CB6DE738C75}"/>
          </ac:spMkLst>
        </pc:spChg>
        <pc:spChg chg="del">
          <ac:chgData name="Ko  Boss YT" userId="42c8854cd432177e" providerId="LiveId" clId="{6076498E-71FC-4CD7-B6A7-34991C315477}" dt="2026-09-24T18:48:55.946" v="341" actId="22"/>
          <ac:spMkLst>
            <pc:docMk/>
            <pc:sldMk cId="3914509581" sldId="286"/>
            <ac:spMk id="3" creationId="{27754BEF-3DBF-695E-8520-17EC79E9DD81}"/>
          </ac:spMkLst>
        </pc:spChg>
        <pc:spChg chg="del">
          <ac:chgData name="Ko  Boss YT" userId="42c8854cd432177e" providerId="LiveId" clId="{6076498E-71FC-4CD7-B6A7-34991C315477}" dt="2026-09-25T05:19:24.500" v="369" actId="478"/>
          <ac:spMkLst>
            <pc:docMk/>
            <pc:sldMk cId="3914509581" sldId="286"/>
            <ac:spMk id="4" creationId="{094B2C24-7074-7A7C-0A33-5A883127A656}"/>
          </ac:spMkLst>
        </pc:spChg>
        <pc:picChg chg="add mod">
          <ac:chgData name="Ko  Boss YT" userId="42c8854cd432177e" providerId="LiveId" clId="{6076498E-71FC-4CD7-B6A7-34991C315477}" dt="2026-09-25T05:39:47.020" v="573" actId="1076"/>
          <ac:picMkLst>
            <pc:docMk/>
            <pc:sldMk cId="3914509581" sldId="286"/>
            <ac:picMk id="6" creationId="{BC536CDA-6177-0D85-BCAA-A5E7E363C7E5}"/>
          </ac:picMkLst>
        </pc:picChg>
      </pc:sldChg>
      <pc:sldChg chg="addSp delSp modSp new mod">
        <pc:chgData name="Ko  Boss YT" userId="42c8854cd432177e" providerId="LiveId" clId="{6076498E-71FC-4CD7-B6A7-34991C315477}" dt="2026-09-25T05:52:45.232" v="690" actId="1076"/>
        <pc:sldMkLst>
          <pc:docMk/>
          <pc:sldMk cId="679096980" sldId="287"/>
        </pc:sldMkLst>
        <pc:spChg chg="del">
          <ac:chgData name="Ko  Boss YT" userId="42c8854cd432177e" providerId="LiveId" clId="{6076498E-71FC-4CD7-B6A7-34991C315477}" dt="2026-09-25T05:52:38.931" v="688" actId="478"/>
          <ac:spMkLst>
            <pc:docMk/>
            <pc:sldMk cId="679096980" sldId="287"/>
            <ac:spMk id="2" creationId="{D627133B-2152-5F7D-37A7-1164CB5B6E29}"/>
          </ac:spMkLst>
        </pc:spChg>
        <pc:spChg chg="del">
          <ac:chgData name="Ko  Boss YT" userId="42c8854cd432177e" providerId="LiveId" clId="{6076498E-71FC-4CD7-B6A7-34991C315477}" dt="2026-09-25T05:52:30.322" v="685"/>
          <ac:spMkLst>
            <pc:docMk/>
            <pc:sldMk cId="679096980" sldId="287"/>
            <ac:spMk id="3" creationId="{97E7F224-60B1-4B18-D4F6-DFC2B7C1E265}"/>
          </ac:spMkLst>
        </pc:spChg>
        <pc:spChg chg="del">
          <ac:chgData name="Ko  Boss YT" userId="42c8854cd432177e" providerId="LiveId" clId="{6076498E-71FC-4CD7-B6A7-34991C315477}" dt="2026-09-25T05:52:37.560" v="687" actId="478"/>
          <ac:spMkLst>
            <pc:docMk/>
            <pc:sldMk cId="679096980" sldId="287"/>
            <ac:spMk id="4" creationId="{201C7F63-A7FD-300C-E3E8-D42EF02F1A14}"/>
          </ac:spMkLst>
        </pc:spChg>
        <pc:graphicFrameChg chg="add mod modGraphic">
          <ac:chgData name="Ko  Boss YT" userId="42c8854cd432177e" providerId="LiveId" clId="{6076498E-71FC-4CD7-B6A7-34991C315477}" dt="2026-09-25T05:52:45.232" v="690" actId="1076"/>
          <ac:graphicFrameMkLst>
            <pc:docMk/>
            <pc:sldMk cId="679096980" sldId="287"/>
            <ac:graphicFrameMk id="6" creationId="{D0CD7A96-2C54-8748-BBD8-414A712EE97B}"/>
          </ac:graphicFrameMkLst>
        </pc:graphicFrameChg>
      </pc:sldChg>
      <pc:sldChg chg="addSp delSp modSp new del mod">
        <pc:chgData name="Ko  Boss YT" userId="42c8854cd432177e" providerId="LiveId" clId="{6076498E-71FC-4CD7-B6A7-34991C315477}" dt="2026-09-25T05:20:31.380" v="378" actId="47"/>
        <pc:sldMkLst>
          <pc:docMk/>
          <pc:sldMk cId="2321710419" sldId="287"/>
        </pc:sldMkLst>
        <pc:spChg chg="del">
          <ac:chgData name="Ko  Boss YT" userId="42c8854cd432177e" providerId="LiveId" clId="{6076498E-71FC-4CD7-B6A7-34991C315477}" dt="2026-09-24T18:49:08.359" v="343" actId="22"/>
          <ac:spMkLst>
            <pc:docMk/>
            <pc:sldMk cId="2321710419" sldId="287"/>
            <ac:spMk id="3" creationId="{97E90AD5-7B72-0258-9935-2D61C60D78CE}"/>
          </ac:spMkLst>
        </pc:spChg>
        <pc:spChg chg="add mod">
          <ac:chgData name="Ko  Boss YT" userId="42c8854cd432177e" providerId="LiveId" clId="{6076498E-71FC-4CD7-B6A7-34991C315477}" dt="2026-09-25T05:20:27.962" v="377" actId="478"/>
          <ac:spMkLst>
            <pc:docMk/>
            <pc:sldMk cId="2321710419" sldId="287"/>
            <ac:spMk id="5" creationId="{F43FDFF8-4B2B-CAD6-8379-7E71C8B52858}"/>
          </ac:spMkLst>
        </pc:spChg>
        <pc:picChg chg="add del mod">
          <ac:chgData name="Ko  Boss YT" userId="42c8854cd432177e" providerId="LiveId" clId="{6076498E-71FC-4CD7-B6A7-34991C315477}" dt="2026-09-25T05:20:27.962" v="377" actId="478"/>
          <ac:picMkLst>
            <pc:docMk/>
            <pc:sldMk cId="2321710419" sldId="287"/>
            <ac:picMk id="6" creationId="{A926514A-A0F0-7D1E-BBEB-16721EA2FC78}"/>
          </ac:picMkLst>
        </pc:picChg>
      </pc:sldChg>
      <pc:sldChg chg="addSp modSp new mod">
        <pc:chgData name="Ko  Boss YT" userId="42c8854cd432177e" providerId="LiveId" clId="{6076498E-71FC-4CD7-B6A7-34991C315477}" dt="2026-09-25T06:00:38.084" v="718" actId="1076"/>
        <pc:sldMkLst>
          <pc:docMk/>
          <pc:sldMk cId="2883153906" sldId="288"/>
        </pc:sldMkLst>
        <pc:spChg chg="add mod">
          <ac:chgData name="Ko  Boss YT" userId="42c8854cd432177e" providerId="LiveId" clId="{6076498E-71FC-4CD7-B6A7-34991C315477}" dt="2026-09-25T06:00:38.084" v="718" actId="1076"/>
          <ac:spMkLst>
            <pc:docMk/>
            <pc:sldMk cId="2883153906" sldId="288"/>
            <ac:spMk id="3" creationId="{97397FD4-C8D6-1595-7D2E-E8E4B4CC2DA2}"/>
          </ac:spMkLst>
        </pc:spChg>
        <pc:spChg chg="add mod">
          <ac:chgData name="Ko  Boss YT" userId="42c8854cd432177e" providerId="LiveId" clId="{6076498E-71FC-4CD7-B6A7-34991C315477}" dt="2026-09-25T06:00:36.528" v="717" actId="113"/>
          <ac:spMkLst>
            <pc:docMk/>
            <pc:sldMk cId="2883153906" sldId="288"/>
            <ac:spMk id="5" creationId="{6A7D730B-D00E-C708-1F73-1C066D823042}"/>
          </ac:spMkLst>
        </pc:spChg>
      </pc:sldChg>
      <pc:sldChg chg="addSp modSp new mod">
        <pc:chgData name="Ko  Boss YT" userId="42c8854cd432177e" providerId="LiveId" clId="{6076498E-71FC-4CD7-B6A7-34991C315477}" dt="2026-09-25T06:15:31.758" v="884" actId="20577"/>
        <pc:sldMkLst>
          <pc:docMk/>
          <pc:sldMk cId="584762125" sldId="289"/>
        </pc:sldMkLst>
        <pc:spChg chg="add mod">
          <ac:chgData name="Ko  Boss YT" userId="42c8854cd432177e" providerId="LiveId" clId="{6076498E-71FC-4CD7-B6A7-34991C315477}" dt="2026-09-25T06:11:07.485" v="839" actId="1076"/>
          <ac:spMkLst>
            <pc:docMk/>
            <pc:sldMk cId="584762125" sldId="289"/>
            <ac:spMk id="4" creationId="{8D8812A2-27DF-6948-8AA7-49A05DA1ABD3}"/>
          </ac:spMkLst>
        </pc:spChg>
        <pc:spChg chg="add mod">
          <ac:chgData name="Ko  Boss YT" userId="42c8854cd432177e" providerId="LiveId" clId="{6076498E-71FC-4CD7-B6A7-34991C315477}" dt="2026-09-25T06:15:31.758" v="884" actId="20577"/>
          <ac:spMkLst>
            <pc:docMk/>
            <pc:sldMk cId="584762125" sldId="289"/>
            <ac:spMk id="5" creationId="{3C00EA4D-EB5C-1E9E-0C33-28A74B2FAD2A}"/>
          </ac:spMkLst>
        </pc:spChg>
        <pc:graphicFrameChg chg="add mod modGraphic">
          <ac:chgData name="Ko  Boss YT" userId="42c8854cd432177e" providerId="LiveId" clId="{6076498E-71FC-4CD7-B6A7-34991C315477}" dt="2026-09-25T06:12:59.142" v="859" actId="1076"/>
          <ac:graphicFrameMkLst>
            <pc:docMk/>
            <pc:sldMk cId="584762125" sldId="289"/>
            <ac:graphicFrameMk id="2" creationId="{C521FF35-496D-9FF7-7D1C-018C4FB9D5DF}"/>
          </ac:graphicFrameMkLst>
        </pc:graphicFrameChg>
      </pc:sldChg>
      <pc:sldChg chg="addSp modSp new mod">
        <pc:chgData name="Ko  Boss YT" userId="42c8854cd432177e" providerId="LiveId" clId="{6076498E-71FC-4CD7-B6A7-34991C315477}" dt="2026-09-25T06:15:42.971" v="893" actId="20577"/>
        <pc:sldMkLst>
          <pc:docMk/>
          <pc:sldMk cId="380914951" sldId="290"/>
        </pc:sldMkLst>
        <pc:spChg chg="add mod">
          <ac:chgData name="Ko  Boss YT" userId="42c8854cd432177e" providerId="LiveId" clId="{6076498E-71FC-4CD7-B6A7-34991C315477}" dt="2026-09-25T06:12:41.428" v="855" actId="1076"/>
          <ac:spMkLst>
            <pc:docMk/>
            <pc:sldMk cId="380914951" sldId="290"/>
            <ac:spMk id="4" creationId="{4A6D31AF-4859-C8C5-2E44-6B971BDD833B}"/>
          </ac:spMkLst>
        </pc:spChg>
        <pc:spChg chg="add mod">
          <ac:chgData name="Ko  Boss YT" userId="42c8854cd432177e" providerId="LiveId" clId="{6076498E-71FC-4CD7-B6A7-34991C315477}" dt="2026-09-25T06:15:42.971" v="893" actId="20577"/>
          <ac:spMkLst>
            <pc:docMk/>
            <pc:sldMk cId="380914951" sldId="290"/>
            <ac:spMk id="6" creationId="{93D9ED73-562F-7A8A-17F0-8ED1FD301073}"/>
          </ac:spMkLst>
        </pc:spChg>
        <pc:graphicFrameChg chg="add mod modGraphic">
          <ac:chgData name="Ko  Boss YT" userId="42c8854cd432177e" providerId="LiveId" clId="{6076498E-71FC-4CD7-B6A7-34991C315477}" dt="2026-09-25T06:12:02.837" v="849" actId="1076"/>
          <ac:graphicFrameMkLst>
            <pc:docMk/>
            <pc:sldMk cId="380914951" sldId="290"/>
            <ac:graphicFrameMk id="2" creationId="{FDC2AA4E-4C58-F0A2-2011-99BE1CC8739D}"/>
          </ac:graphicFrameMkLst>
        </pc:graphicFrameChg>
      </pc:sldChg>
      <pc:sldChg chg="addSp new mod">
        <pc:chgData name="Ko  Boss YT" userId="42c8854cd432177e" providerId="LiveId" clId="{6076498E-71FC-4CD7-B6A7-34991C315477}" dt="2026-09-25T06:14:50.610" v="877" actId="22"/>
        <pc:sldMkLst>
          <pc:docMk/>
          <pc:sldMk cId="374471327" sldId="291"/>
        </pc:sldMkLst>
        <pc:picChg chg="add">
          <ac:chgData name="Ko  Boss YT" userId="42c8854cd432177e" providerId="LiveId" clId="{6076498E-71FC-4CD7-B6A7-34991C315477}" dt="2026-09-25T06:14:50.610" v="877" actId="22"/>
          <ac:picMkLst>
            <pc:docMk/>
            <pc:sldMk cId="374471327" sldId="291"/>
            <ac:picMk id="6" creationId="{C905E704-8F29-1EB3-8319-608D2FDD253E}"/>
          </ac:picMkLst>
        </pc:picChg>
      </pc:sldChg>
      <pc:sldChg chg="addSp new mod">
        <pc:chgData name="Ko  Boss YT" userId="42c8854cd432177e" providerId="LiveId" clId="{6076498E-71FC-4CD7-B6A7-34991C315477}" dt="2026-09-25T06:15:07.518" v="879" actId="22"/>
        <pc:sldMkLst>
          <pc:docMk/>
          <pc:sldMk cId="3363667548" sldId="292"/>
        </pc:sldMkLst>
        <pc:picChg chg="add">
          <ac:chgData name="Ko  Boss YT" userId="42c8854cd432177e" providerId="LiveId" clId="{6076498E-71FC-4CD7-B6A7-34991C315477}" dt="2026-09-25T06:15:07.518" v="879" actId="22"/>
          <ac:picMkLst>
            <pc:docMk/>
            <pc:sldMk cId="3363667548" sldId="292"/>
            <ac:picMk id="3" creationId="{0D429E2D-7DB0-70DE-3002-410C4CADA0C4}"/>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2400" b="1" i="0">
                <a:solidFill>
                  <a:schemeClr val="tx1"/>
                </a:solidFill>
                <a:latin typeface="Ebrima"/>
                <a:cs typeface="Ebrima"/>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9/25/2026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6807707" y="922019"/>
            <a:ext cx="518159" cy="33655"/>
          </a:xfrm>
          <a:custGeom>
            <a:avLst/>
            <a:gdLst/>
            <a:ahLst/>
            <a:cxnLst/>
            <a:rect l="l" t="t" r="r" b="b"/>
            <a:pathLst>
              <a:path w="518159" h="33655">
                <a:moveTo>
                  <a:pt x="0" y="33527"/>
                </a:moveTo>
                <a:lnTo>
                  <a:pt x="0" y="0"/>
                </a:lnTo>
              </a:path>
              <a:path w="518159" h="33655">
                <a:moveTo>
                  <a:pt x="0" y="33527"/>
                </a:moveTo>
                <a:lnTo>
                  <a:pt x="518160" y="33527"/>
                </a:lnTo>
              </a:path>
              <a:path w="518159" h="33655">
                <a:moveTo>
                  <a:pt x="518160" y="33527"/>
                </a:moveTo>
                <a:lnTo>
                  <a:pt x="518160" y="0"/>
                </a:lnTo>
              </a:path>
              <a:path w="518159" h="33655">
                <a:moveTo>
                  <a:pt x="518160" y="0"/>
                </a:moveTo>
                <a:lnTo>
                  <a:pt x="0" y="0"/>
                </a:lnTo>
              </a:path>
            </a:pathLst>
          </a:custGeom>
          <a:ln w="3175">
            <a:solidFill>
              <a:srgbClr val="000000"/>
            </a:solidFill>
          </a:ln>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2400" b="1" i="0">
                <a:solidFill>
                  <a:schemeClr val="tx1"/>
                </a:solidFill>
                <a:latin typeface="Ebrima"/>
                <a:cs typeface="Ebrima"/>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9/25/2026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obj" preserve="1">
  <p:cSld name="Two Content">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7511795" y="918972"/>
            <a:ext cx="518159" cy="33655"/>
          </a:xfrm>
          <a:custGeom>
            <a:avLst/>
            <a:gdLst/>
            <a:ahLst/>
            <a:cxnLst/>
            <a:rect l="l" t="t" r="r" b="b"/>
            <a:pathLst>
              <a:path w="518159" h="33655">
                <a:moveTo>
                  <a:pt x="0" y="33527"/>
                </a:moveTo>
                <a:lnTo>
                  <a:pt x="0" y="0"/>
                </a:lnTo>
              </a:path>
              <a:path w="518159" h="33655">
                <a:moveTo>
                  <a:pt x="0" y="33527"/>
                </a:moveTo>
                <a:lnTo>
                  <a:pt x="518159" y="33527"/>
                </a:lnTo>
              </a:path>
              <a:path w="518159" h="33655">
                <a:moveTo>
                  <a:pt x="518159" y="33527"/>
                </a:moveTo>
                <a:lnTo>
                  <a:pt x="518159" y="0"/>
                </a:lnTo>
              </a:path>
              <a:path w="518159" h="33655">
                <a:moveTo>
                  <a:pt x="518159" y="0"/>
                </a:moveTo>
                <a:lnTo>
                  <a:pt x="0" y="0"/>
                </a:lnTo>
              </a:path>
            </a:pathLst>
          </a:custGeom>
          <a:ln w="3175">
            <a:solidFill>
              <a:srgbClr val="000000"/>
            </a:solidFill>
          </a:ln>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2400" b="1" i="0">
                <a:solidFill>
                  <a:schemeClr val="tx1"/>
                </a:solidFill>
                <a:latin typeface="Ebrima"/>
                <a:cs typeface="Ebrima"/>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9/25/2026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1" i="0">
                <a:solidFill>
                  <a:schemeClr val="tx1"/>
                </a:solidFill>
                <a:latin typeface="Ebrima"/>
                <a:cs typeface="Ebrima"/>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9/25/2026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9/25/2026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925067" y="1217675"/>
            <a:ext cx="33655" cy="518159"/>
          </a:xfrm>
          <a:custGeom>
            <a:avLst/>
            <a:gdLst/>
            <a:ahLst/>
            <a:cxnLst/>
            <a:rect l="l" t="t" r="r" b="b"/>
            <a:pathLst>
              <a:path w="33655" h="518160">
                <a:moveTo>
                  <a:pt x="0" y="0"/>
                </a:moveTo>
                <a:lnTo>
                  <a:pt x="33528" y="0"/>
                </a:lnTo>
              </a:path>
              <a:path w="33655" h="518160">
                <a:moveTo>
                  <a:pt x="0" y="0"/>
                </a:moveTo>
                <a:lnTo>
                  <a:pt x="0" y="518160"/>
                </a:lnTo>
              </a:path>
              <a:path w="33655" h="518160">
                <a:moveTo>
                  <a:pt x="0" y="518160"/>
                </a:moveTo>
                <a:lnTo>
                  <a:pt x="33528" y="518160"/>
                </a:lnTo>
              </a:path>
              <a:path w="33655" h="518160">
                <a:moveTo>
                  <a:pt x="33528" y="518160"/>
                </a:moveTo>
                <a:lnTo>
                  <a:pt x="33528" y="0"/>
                </a:lnTo>
              </a:path>
            </a:pathLst>
          </a:custGeom>
          <a:ln w="3175">
            <a:solidFill>
              <a:srgbClr val="000000"/>
            </a:solidFill>
          </a:ln>
        </p:spPr>
        <p:txBody>
          <a:bodyPr wrap="square" lIns="0" tIns="0" rIns="0" bIns="0" rtlCol="0"/>
          <a:lstStyle/>
          <a:p>
            <a:endParaRPr/>
          </a:p>
        </p:txBody>
      </p:sp>
      <p:sp>
        <p:nvSpPr>
          <p:cNvPr id="2" name="Holder 2"/>
          <p:cNvSpPr>
            <a:spLocks noGrp="1"/>
          </p:cNvSpPr>
          <p:nvPr>
            <p:ph type="title"/>
          </p:nvPr>
        </p:nvSpPr>
        <p:spPr>
          <a:xfrm>
            <a:off x="6264655" y="333578"/>
            <a:ext cx="5601081" cy="468629"/>
          </a:xfrm>
          <a:prstGeom prst="rect">
            <a:avLst/>
          </a:prstGeom>
        </p:spPr>
        <p:txBody>
          <a:bodyPr wrap="square" lIns="0" tIns="0" rIns="0" bIns="0">
            <a:spAutoFit/>
          </a:bodyPr>
          <a:lstStyle>
            <a:lvl1pPr>
              <a:defRPr sz="2400" b="1" i="0">
                <a:solidFill>
                  <a:schemeClr val="tx1"/>
                </a:solidFill>
                <a:latin typeface="Ebrima"/>
                <a:cs typeface="Ebrima"/>
              </a:defRPr>
            </a:lvl1pPr>
          </a:lstStyle>
          <a:p>
            <a:endParaRPr/>
          </a:p>
        </p:txBody>
      </p:sp>
      <p:sp>
        <p:nvSpPr>
          <p:cNvPr id="3" name="Holder 3"/>
          <p:cNvSpPr>
            <a:spLocks noGrp="1"/>
          </p:cNvSpPr>
          <p:nvPr>
            <p:ph type="body" idx="1"/>
          </p:nvPr>
        </p:nvSpPr>
        <p:spPr>
          <a:xfrm>
            <a:off x="1787905" y="1709673"/>
            <a:ext cx="8503920" cy="4119879"/>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9/25/2026</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928116" y="1894332"/>
            <a:ext cx="33655" cy="518159"/>
          </a:xfrm>
          <a:custGeom>
            <a:avLst/>
            <a:gdLst/>
            <a:ahLst/>
            <a:cxnLst/>
            <a:rect l="l" t="t" r="r" b="b"/>
            <a:pathLst>
              <a:path w="33655" h="518160">
                <a:moveTo>
                  <a:pt x="0" y="0"/>
                </a:moveTo>
                <a:lnTo>
                  <a:pt x="33528" y="0"/>
                </a:lnTo>
              </a:path>
              <a:path w="33655" h="518160">
                <a:moveTo>
                  <a:pt x="0" y="0"/>
                </a:moveTo>
                <a:lnTo>
                  <a:pt x="0" y="518159"/>
                </a:lnTo>
              </a:path>
              <a:path w="33655" h="518160">
                <a:moveTo>
                  <a:pt x="0" y="518159"/>
                </a:moveTo>
                <a:lnTo>
                  <a:pt x="33528" y="518159"/>
                </a:lnTo>
              </a:path>
              <a:path w="33655" h="518160">
                <a:moveTo>
                  <a:pt x="33528" y="518159"/>
                </a:moveTo>
                <a:lnTo>
                  <a:pt x="33528" y="0"/>
                </a:lnTo>
              </a:path>
            </a:pathLst>
          </a:custGeom>
          <a:ln w="3175">
            <a:solidFill>
              <a:srgbClr val="000000"/>
            </a:solidFill>
          </a:ln>
        </p:spPr>
        <p:txBody>
          <a:bodyPr wrap="square" lIns="0" tIns="0" rIns="0" bIns="0" rtlCol="0"/>
          <a:lstStyle/>
          <a:p>
            <a:endParaRPr/>
          </a:p>
        </p:txBody>
      </p:sp>
      <p:sp>
        <p:nvSpPr>
          <p:cNvPr id="3" name="object 3" descr="$PPTXTitle"/>
          <p:cNvSpPr txBox="1">
            <a:spLocks noGrp="1"/>
          </p:cNvSpPr>
          <p:nvPr>
            <p:ph type="title"/>
          </p:nvPr>
        </p:nvSpPr>
        <p:spPr>
          <a:xfrm>
            <a:off x="152400" y="289346"/>
            <a:ext cx="12158345" cy="635430"/>
          </a:xfrm>
          <a:prstGeom prst="rect">
            <a:avLst/>
          </a:prstGeom>
        </p:spPr>
        <p:txBody>
          <a:bodyPr vert="horz" wrap="square" lIns="0" tIns="83185" rIns="0" bIns="0" rtlCol="0">
            <a:spAutoFit/>
          </a:bodyPr>
          <a:lstStyle/>
          <a:p>
            <a:pPr marL="12700" marR="5080">
              <a:lnSpc>
                <a:spcPts val="4320"/>
              </a:lnSpc>
              <a:spcBef>
                <a:spcPts val="655"/>
              </a:spcBef>
            </a:pPr>
            <a:r>
              <a:rPr sz="3600" dirty="0"/>
              <a:t>SPORTS</a:t>
            </a:r>
            <a:r>
              <a:rPr sz="3600" spc="270" dirty="0"/>
              <a:t> </a:t>
            </a:r>
            <a:r>
              <a:rPr sz="3600" dirty="0"/>
              <a:t>FACILITY</a:t>
            </a:r>
            <a:r>
              <a:rPr sz="3600" spc="300" dirty="0"/>
              <a:t> </a:t>
            </a:r>
            <a:r>
              <a:rPr sz="3600" spc="-25" dirty="0"/>
              <a:t>AND </a:t>
            </a:r>
            <a:r>
              <a:rPr sz="3600" spc="-10" dirty="0"/>
              <a:t>TOURNAMENT MANAGEMENT</a:t>
            </a:r>
            <a:endParaRPr sz="3600" dirty="0"/>
          </a:p>
        </p:txBody>
      </p:sp>
      <p:sp>
        <p:nvSpPr>
          <p:cNvPr id="4" name="object 4"/>
          <p:cNvSpPr txBox="1"/>
          <p:nvPr/>
        </p:nvSpPr>
        <p:spPr>
          <a:xfrm>
            <a:off x="928116" y="2932326"/>
            <a:ext cx="3849370" cy="1907539"/>
          </a:xfrm>
          <a:prstGeom prst="rect">
            <a:avLst/>
          </a:prstGeom>
        </p:spPr>
        <p:txBody>
          <a:bodyPr vert="horz" wrap="square" lIns="0" tIns="12700" rIns="0" bIns="0" rtlCol="0">
            <a:spAutoFit/>
          </a:bodyPr>
          <a:lstStyle/>
          <a:p>
            <a:pPr marL="12700">
              <a:lnSpc>
                <a:spcPct val="100000"/>
              </a:lnSpc>
              <a:spcBef>
                <a:spcPts val="100"/>
              </a:spcBef>
            </a:pPr>
            <a:r>
              <a:rPr sz="1800" b="1" dirty="0">
                <a:latin typeface="Ebrima"/>
                <a:cs typeface="Ebrima"/>
              </a:rPr>
              <a:t>TEAM</a:t>
            </a:r>
            <a:r>
              <a:rPr sz="1800" b="1" spc="-60" dirty="0">
                <a:latin typeface="Ebrima"/>
                <a:cs typeface="Ebrima"/>
              </a:rPr>
              <a:t> </a:t>
            </a:r>
            <a:r>
              <a:rPr sz="1800" b="1" dirty="0">
                <a:latin typeface="Ebrima"/>
                <a:cs typeface="Ebrima"/>
              </a:rPr>
              <a:t>MEMBERS</a:t>
            </a:r>
            <a:r>
              <a:rPr sz="1800" b="1" spc="-45" dirty="0">
                <a:latin typeface="Ebrima"/>
                <a:cs typeface="Ebrima"/>
              </a:rPr>
              <a:t> </a:t>
            </a:r>
            <a:r>
              <a:rPr sz="1800" b="1" spc="-50" dirty="0">
                <a:latin typeface="Ebrima"/>
                <a:cs typeface="Ebrima"/>
              </a:rPr>
              <a:t>:</a:t>
            </a:r>
            <a:endParaRPr sz="1800" dirty="0">
              <a:latin typeface="Ebrima"/>
              <a:cs typeface="Ebrima"/>
            </a:endParaRPr>
          </a:p>
          <a:p>
            <a:pPr>
              <a:lnSpc>
                <a:spcPct val="100000"/>
              </a:lnSpc>
              <a:spcBef>
                <a:spcPts val="1885"/>
              </a:spcBef>
            </a:pPr>
            <a:endParaRPr sz="1800" dirty="0">
              <a:latin typeface="Ebrima"/>
              <a:cs typeface="Ebrima"/>
            </a:endParaRPr>
          </a:p>
          <a:p>
            <a:pPr marL="299085" indent="-286385">
              <a:lnSpc>
                <a:spcPct val="100000"/>
              </a:lnSpc>
              <a:buFont typeface="Arial MT"/>
              <a:buChar char="•"/>
              <a:tabLst>
                <a:tab pos="299085" algn="l"/>
              </a:tabLst>
            </a:pPr>
            <a:r>
              <a:rPr sz="1800" dirty="0">
                <a:latin typeface="Ebrima"/>
                <a:cs typeface="Ebrima"/>
              </a:rPr>
              <a:t>KISHORE</a:t>
            </a:r>
            <a:r>
              <a:rPr sz="1800" spc="-35" dirty="0">
                <a:latin typeface="Ebrima"/>
                <a:cs typeface="Ebrima"/>
              </a:rPr>
              <a:t> </a:t>
            </a:r>
            <a:r>
              <a:rPr sz="1800" dirty="0">
                <a:latin typeface="Ebrima"/>
                <a:cs typeface="Ebrima"/>
              </a:rPr>
              <a:t>R</a:t>
            </a:r>
            <a:r>
              <a:rPr sz="1800" spc="-50" dirty="0">
                <a:latin typeface="Ebrima"/>
                <a:cs typeface="Ebrima"/>
              </a:rPr>
              <a:t> </a:t>
            </a:r>
            <a:r>
              <a:rPr sz="1800" dirty="0">
                <a:latin typeface="Ebrima"/>
                <a:cs typeface="Ebrima"/>
              </a:rPr>
              <a:t>—</a:t>
            </a:r>
            <a:r>
              <a:rPr sz="1800" spc="-40" dirty="0">
                <a:latin typeface="Ebrima"/>
                <a:cs typeface="Ebrima"/>
              </a:rPr>
              <a:t> </a:t>
            </a:r>
            <a:r>
              <a:rPr sz="1800" dirty="0">
                <a:latin typeface="Ebrima"/>
                <a:cs typeface="Ebrima"/>
              </a:rPr>
              <a:t>24BCS140</a:t>
            </a:r>
            <a:r>
              <a:rPr sz="1800" spc="-20" dirty="0">
                <a:latin typeface="Ebrima"/>
                <a:cs typeface="Ebrima"/>
              </a:rPr>
              <a:t> </a:t>
            </a:r>
            <a:r>
              <a:rPr sz="1800" dirty="0">
                <a:latin typeface="Ebrima"/>
                <a:cs typeface="Ebrima"/>
              </a:rPr>
              <a:t>—</a:t>
            </a:r>
            <a:r>
              <a:rPr sz="1800" spc="-35" dirty="0">
                <a:latin typeface="Ebrima"/>
                <a:cs typeface="Ebrima"/>
              </a:rPr>
              <a:t> </a:t>
            </a:r>
            <a:r>
              <a:rPr sz="1800" spc="-20" dirty="0">
                <a:latin typeface="Ebrima"/>
                <a:cs typeface="Ebrima"/>
              </a:rPr>
              <a:t>LEAD</a:t>
            </a:r>
            <a:endParaRPr sz="1800" dirty="0">
              <a:latin typeface="Ebrima"/>
              <a:cs typeface="Ebrima"/>
            </a:endParaRPr>
          </a:p>
          <a:p>
            <a:pPr marL="299085" indent="-286385">
              <a:lnSpc>
                <a:spcPct val="100000"/>
              </a:lnSpc>
              <a:spcBef>
                <a:spcPts val="1010"/>
              </a:spcBef>
              <a:buFont typeface="Arial MT"/>
              <a:buChar char="•"/>
              <a:tabLst>
                <a:tab pos="299085" algn="l"/>
              </a:tabLst>
            </a:pPr>
            <a:r>
              <a:rPr sz="1800" dirty="0">
                <a:latin typeface="Ebrima"/>
                <a:cs typeface="Ebrima"/>
              </a:rPr>
              <a:t>NAGUL</a:t>
            </a:r>
            <a:r>
              <a:rPr sz="1800" spc="-5" dirty="0">
                <a:latin typeface="Ebrima"/>
                <a:cs typeface="Ebrima"/>
              </a:rPr>
              <a:t> </a:t>
            </a:r>
            <a:r>
              <a:rPr sz="1800" dirty="0">
                <a:latin typeface="Ebrima"/>
                <a:cs typeface="Ebrima"/>
              </a:rPr>
              <a:t>JAVIN</a:t>
            </a:r>
            <a:r>
              <a:rPr sz="1800" spc="-25" dirty="0">
                <a:latin typeface="Ebrima"/>
                <a:cs typeface="Ebrima"/>
              </a:rPr>
              <a:t> </a:t>
            </a:r>
            <a:r>
              <a:rPr sz="1800" dirty="0">
                <a:latin typeface="Ebrima"/>
                <a:cs typeface="Ebrima"/>
              </a:rPr>
              <a:t>P</a:t>
            </a:r>
            <a:r>
              <a:rPr sz="1800" spc="-35" dirty="0">
                <a:latin typeface="Ebrima"/>
                <a:cs typeface="Ebrima"/>
              </a:rPr>
              <a:t> </a:t>
            </a:r>
            <a:r>
              <a:rPr sz="1800" dirty="0">
                <a:latin typeface="Ebrima"/>
                <a:cs typeface="Ebrima"/>
              </a:rPr>
              <a:t>—</a:t>
            </a:r>
            <a:r>
              <a:rPr sz="1800" spc="-15" dirty="0">
                <a:latin typeface="Ebrima"/>
                <a:cs typeface="Ebrima"/>
              </a:rPr>
              <a:t> </a:t>
            </a:r>
            <a:r>
              <a:rPr sz="1800" spc="-10" dirty="0">
                <a:latin typeface="Ebrima"/>
                <a:cs typeface="Ebrima"/>
              </a:rPr>
              <a:t>24BCS179</a:t>
            </a:r>
            <a:endParaRPr sz="1800" dirty="0">
              <a:latin typeface="Ebrima"/>
              <a:cs typeface="Ebrima"/>
            </a:endParaRPr>
          </a:p>
          <a:p>
            <a:pPr marL="299085" indent="-286385">
              <a:lnSpc>
                <a:spcPct val="100000"/>
              </a:lnSpc>
              <a:spcBef>
                <a:spcPts val="985"/>
              </a:spcBef>
              <a:buFont typeface="Arial MT"/>
              <a:buChar char="•"/>
              <a:tabLst>
                <a:tab pos="299085" algn="l"/>
              </a:tabLst>
            </a:pPr>
            <a:r>
              <a:rPr sz="1800" dirty="0">
                <a:latin typeface="Ebrima"/>
                <a:cs typeface="Ebrima"/>
              </a:rPr>
              <a:t>VASANTH</a:t>
            </a:r>
            <a:r>
              <a:rPr sz="1800" spc="-25" dirty="0">
                <a:latin typeface="Ebrima"/>
                <a:cs typeface="Ebrima"/>
              </a:rPr>
              <a:t> </a:t>
            </a:r>
            <a:r>
              <a:rPr sz="1800" dirty="0">
                <a:latin typeface="Ebrima"/>
                <a:cs typeface="Ebrima"/>
              </a:rPr>
              <a:t>S —</a:t>
            </a:r>
            <a:r>
              <a:rPr sz="1800" spc="-10" dirty="0">
                <a:latin typeface="Ebrima"/>
                <a:cs typeface="Ebrima"/>
              </a:rPr>
              <a:t> 24BCS304</a:t>
            </a:r>
            <a:endParaRPr sz="1800" dirty="0">
              <a:latin typeface="Ebrima"/>
              <a:cs typeface="Ebrima"/>
            </a:endParaRPr>
          </a:p>
        </p:txBody>
      </p:sp>
      <p:sp>
        <p:nvSpPr>
          <p:cNvPr id="6" name="TextBox 5">
            <a:extLst>
              <a:ext uri="{FF2B5EF4-FFF2-40B4-BE49-F238E27FC236}">
                <a16:creationId xmlns:a16="http://schemas.microsoft.com/office/drawing/2014/main" id="{40D1441B-9CF9-AC0E-40F9-E94244753F2F}"/>
              </a:ext>
            </a:extLst>
          </p:cNvPr>
          <p:cNvSpPr txBox="1"/>
          <p:nvPr/>
        </p:nvSpPr>
        <p:spPr>
          <a:xfrm>
            <a:off x="961771" y="1494916"/>
            <a:ext cx="1922321" cy="523220"/>
          </a:xfrm>
          <a:prstGeom prst="rect">
            <a:avLst/>
          </a:prstGeom>
          <a:noFill/>
        </p:spPr>
        <p:txBody>
          <a:bodyPr wrap="none" rtlCol="0">
            <a:spAutoFit/>
          </a:bodyPr>
          <a:lstStyle/>
          <a:p>
            <a:r>
              <a:rPr lang="en-US" sz="2800" b="1" dirty="0"/>
              <a:t>TEAM - 04</a:t>
            </a:r>
            <a:endParaRPr lang="en-IN" sz="2800" b="1" dirty="0"/>
          </a:p>
        </p:txBody>
      </p:sp>
      <p:pic>
        <p:nvPicPr>
          <p:cNvPr id="7" name="Picture 6" descr="All sports Images - Free Download on Magnific (formerly Freepik)">
            <a:extLst>
              <a:ext uri="{FF2B5EF4-FFF2-40B4-BE49-F238E27FC236}">
                <a16:creationId xmlns:a16="http://schemas.microsoft.com/office/drawing/2014/main" id="{6BC6DF09-9992-81DB-906C-2A866289AEC0}"/>
              </a:ext>
            </a:extLst>
          </p:cNvPr>
          <p:cNvPicPr>
            <a:picLocks noChangeAspect="1"/>
          </p:cNvPicPr>
          <p:nvPr/>
        </p:nvPicPr>
        <p:blipFill>
          <a:blip r:embed="rId2"/>
          <a:stretch>
            <a:fillRect/>
          </a:stretch>
        </p:blipFill>
        <p:spPr>
          <a:xfrm>
            <a:off x="5334000" y="1295400"/>
            <a:ext cx="6563497" cy="509941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80858" y="545984"/>
            <a:ext cx="4497070" cy="512445"/>
          </a:xfrm>
          <a:prstGeom prst="rect">
            <a:avLst/>
          </a:prstGeom>
        </p:spPr>
        <p:txBody>
          <a:bodyPr vert="horz" wrap="square" lIns="0" tIns="11430" rIns="0" bIns="0" rtlCol="0">
            <a:spAutoFit/>
          </a:bodyPr>
          <a:lstStyle/>
          <a:p>
            <a:pPr marL="12700">
              <a:lnSpc>
                <a:spcPct val="100000"/>
              </a:lnSpc>
              <a:spcBef>
                <a:spcPts val="90"/>
              </a:spcBef>
            </a:pPr>
            <a:r>
              <a:rPr sz="3200" b="1" dirty="0">
                <a:latin typeface="Ebrima"/>
                <a:cs typeface="Ebrima"/>
              </a:rPr>
              <a:t>PROBLEM</a:t>
            </a:r>
            <a:r>
              <a:rPr sz="3200" b="1" spc="250" dirty="0">
                <a:latin typeface="Ebrima"/>
                <a:cs typeface="Ebrima"/>
              </a:rPr>
              <a:t> </a:t>
            </a:r>
            <a:r>
              <a:rPr sz="3200" b="1" spc="-10" dirty="0">
                <a:latin typeface="Ebrima"/>
                <a:cs typeface="Ebrima"/>
              </a:rPr>
              <a:t>STATEMENT</a:t>
            </a:r>
            <a:endParaRPr sz="3200" dirty="0">
              <a:latin typeface="Ebrima"/>
              <a:cs typeface="Ebrima"/>
            </a:endParaRPr>
          </a:p>
        </p:txBody>
      </p:sp>
      <p:sp>
        <p:nvSpPr>
          <p:cNvPr id="3" name="object 3"/>
          <p:cNvSpPr txBox="1"/>
          <p:nvPr/>
        </p:nvSpPr>
        <p:spPr>
          <a:xfrm>
            <a:off x="596900" y="1664971"/>
            <a:ext cx="5836538" cy="4557081"/>
          </a:xfrm>
          <a:prstGeom prst="rect">
            <a:avLst/>
          </a:prstGeom>
        </p:spPr>
        <p:txBody>
          <a:bodyPr vert="horz" wrap="square" lIns="0" tIns="11430" rIns="0" bIns="0" rtlCol="0">
            <a:spAutoFit/>
          </a:bodyPr>
          <a:lstStyle/>
          <a:p>
            <a:pPr marL="12700">
              <a:lnSpc>
                <a:spcPct val="100000"/>
              </a:lnSpc>
              <a:spcBef>
                <a:spcPts val="90"/>
              </a:spcBef>
            </a:pPr>
            <a:r>
              <a:rPr dirty="0">
                <a:latin typeface="Ebrima"/>
                <a:cs typeface="Ebrima"/>
              </a:rPr>
              <a:t>Managing</a:t>
            </a:r>
            <a:r>
              <a:rPr spc="-25" dirty="0">
                <a:latin typeface="Ebrima"/>
                <a:cs typeface="Ebrima"/>
              </a:rPr>
              <a:t> </a:t>
            </a:r>
            <a:r>
              <a:rPr dirty="0">
                <a:latin typeface="Ebrima"/>
                <a:cs typeface="Ebrima"/>
              </a:rPr>
              <a:t>sports</a:t>
            </a:r>
            <a:r>
              <a:rPr spc="-10" dirty="0">
                <a:latin typeface="Ebrima"/>
                <a:cs typeface="Ebrima"/>
              </a:rPr>
              <a:t> </a:t>
            </a:r>
            <a:r>
              <a:rPr dirty="0">
                <a:latin typeface="Ebrima"/>
                <a:cs typeface="Ebrima"/>
              </a:rPr>
              <a:t>activities</a:t>
            </a:r>
            <a:r>
              <a:rPr spc="-35" dirty="0">
                <a:latin typeface="Ebrima"/>
                <a:cs typeface="Ebrima"/>
              </a:rPr>
              <a:t> </a:t>
            </a:r>
            <a:r>
              <a:rPr dirty="0">
                <a:latin typeface="Ebrima"/>
                <a:cs typeface="Ebrima"/>
              </a:rPr>
              <a:t>through</a:t>
            </a:r>
            <a:r>
              <a:rPr spc="-15" dirty="0">
                <a:latin typeface="Ebrima"/>
                <a:cs typeface="Ebrima"/>
              </a:rPr>
              <a:t> </a:t>
            </a:r>
            <a:r>
              <a:rPr dirty="0">
                <a:latin typeface="Ebrima"/>
                <a:cs typeface="Ebrima"/>
              </a:rPr>
              <a:t>separate</a:t>
            </a:r>
            <a:r>
              <a:rPr spc="-30" dirty="0">
                <a:latin typeface="Ebrima"/>
                <a:cs typeface="Ebrima"/>
              </a:rPr>
              <a:t> </a:t>
            </a:r>
            <a:r>
              <a:rPr dirty="0">
                <a:latin typeface="Ebrima"/>
                <a:cs typeface="Ebrima"/>
              </a:rPr>
              <a:t>and</a:t>
            </a:r>
            <a:r>
              <a:rPr spc="-45" dirty="0">
                <a:latin typeface="Ebrima"/>
                <a:cs typeface="Ebrima"/>
              </a:rPr>
              <a:t> </a:t>
            </a:r>
            <a:r>
              <a:rPr dirty="0">
                <a:latin typeface="Ebrima"/>
                <a:cs typeface="Ebrima"/>
              </a:rPr>
              <a:t>manual</a:t>
            </a:r>
            <a:r>
              <a:rPr spc="-60" dirty="0">
                <a:latin typeface="Ebrima"/>
                <a:cs typeface="Ebrima"/>
              </a:rPr>
              <a:t> </a:t>
            </a:r>
            <a:r>
              <a:rPr spc="-10" dirty="0">
                <a:latin typeface="Ebrima"/>
                <a:cs typeface="Ebrima"/>
              </a:rPr>
              <a:t>processes</a:t>
            </a:r>
            <a:endParaRPr lang="en-US" dirty="0">
              <a:latin typeface="Ebrima"/>
              <a:cs typeface="Ebrima"/>
            </a:endParaRPr>
          </a:p>
          <a:p>
            <a:pPr marL="12700" marR="428625">
              <a:lnSpc>
                <a:spcPct val="170100"/>
              </a:lnSpc>
            </a:pPr>
            <a:r>
              <a:rPr lang="en-US" dirty="0">
                <a:latin typeface="Ebrima"/>
                <a:cs typeface="Ebrima"/>
              </a:rPr>
              <a:t>makes</a:t>
            </a:r>
            <a:r>
              <a:rPr lang="en-US" spc="-35" dirty="0">
                <a:latin typeface="Ebrima"/>
                <a:cs typeface="Ebrima"/>
              </a:rPr>
              <a:t> </a:t>
            </a:r>
            <a:r>
              <a:rPr lang="en-US" dirty="0">
                <a:latin typeface="Ebrima"/>
                <a:cs typeface="Ebrima"/>
              </a:rPr>
              <a:t>it</a:t>
            </a:r>
            <a:r>
              <a:rPr lang="en-US" spc="-55" dirty="0">
                <a:latin typeface="Ebrima"/>
                <a:cs typeface="Ebrima"/>
              </a:rPr>
              <a:t> </a:t>
            </a:r>
            <a:r>
              <a:rPr lang="en-US" dirty="0">
                <a:latin typeface="Ebrima"/>
                <a:cs typeface="Ebrima"/>
              </a:rPr>
              <a:t>difficult</a:t>
            </a:r>
            <a:r>
              <a:rPr lang="en-US" spc="-25" dirty="0">
                <a:latin typeface="Ebrima"/>
                <a:cs typeface="Ebrima"/>
              </a:rPr>
              <a:t> </a:t>
            </a:r>
            <a:r>
              <a:rPr lang="en-US" dirty="0">
                <a:latin typeface="Ebrima"/>
                <a:cs typeface="Ebrima"/>
              </a:rPr>
              <a:t>to</a:t>
            </a:r>
            <a:r>
              <a:rPr lang="en-US" spc="-60" dirty="0">
                <a:latin typeface="Ebrima"/>
                <a:cs typeface="Ebrima"/>
              </a:rPr>
              <a:t> </a:t>
            </a:r>
            <a:r>
              <a:rPr lang="en-US" dirty="0">
                <a:latin typeface="Ebrima"/>
                <a:cs typeface="Ebrima"/>
              </a:rPr>
              <a:t>coordinate</a:t>
            </a:r>
            <a:r>
              <a:rPr lang="en-US" spc="-10" dirty="0">
                <a:latin typeface="Ebrima"/>
                <a:cs typeface="Ebrima"/>
              </a:rPr>
              <a:t> tournament</a:t>
            </a:r>
            <a:r>
              <a:rPr lang="en-US" spc="15" dirty="0">
                <a:latin typeface="Ebrima"/>
                <a:cs typeface="Ebrima"/>
              </a:rPr>
              <a:t> </a:t>
            </a:r>
            <a:r>
              <a:rPr lang="en-US" dirty="0">
                <a:latin typeface="Ebrima"/>
                <a:cs typeface="Ebrima"/>
              </a:rPr>
              <a:t>proposals,</a:t>
            </a:r>
            <a:r>
              <a:rPr lang="en-US" spc="-35" dirty="0">
                <a:latin typeface="Ebrima"/>
                <a:cs typeface="Ebrima"/>
              </a:rPr>
              <a:t> </a:t>
            </a:r>
            <a:r>
              <a:rPr lang="en-US" spc="-20" dirty="0">
                <a:latin typeface="Ebrima"/>
                <a:cs typeface="Ebrima"/>
              </a:rPr>
              <a:t>team </a:t>
            </a:r>
            <a:r>
              <a:rPr lang="en-US" dirty="0">
                <a:latin typeface="Ebrima"/>
                <a:cs typeface="Ebrima"/>
              </a:rPr>
              <a:t>registrations,</a:t>
            </a:r>
            <a:r>
              <a:rPr lang="en-US" spc="-70" dirty="0">
                <a:latin typeface="Ebrima"/>
                <a:cs typeface="Ebrima"/>
              </a:rPr>
              <a:t> </a:t>
            </a:r>
            <a:r>
              <a:rPr lang="en-US" dirty="0">
                <a:latin typeface="Ebrima"/>
                <a:cs typeface="Ebrima"/>
              </a:rPr>
              <a:t>facility</a:t>
            </a:r>
            <a:r>
              <a:rPr lang="en-US" spc="-70" dirty="0">
                <a:latin typeface="Ebrima"/>
                <a:cs typeface="Ebrima"/>
              </a:rPr>
              <a:t> </a:t>
            </a:r>
            <a:r>
              <a:rPr lang="en-US" dirty="0">
                <a:latin typeface="Ebrima"/>
                <a:cs typeface="Ebrima"/>
              </a:rPr>
              <a:t>bookings,</a:t>
            </a:r>
            <a:r>
              <a:rPr lang="en-US" spc="-85" dirty="0">
                <a:latin typeface="Ebrima"/>
                <a:cs typeface="Ebrima"/>
              </a:rPr>
              <a:t> </a:t>
            </a:r>
            <a:r>
              <a:rPr lang="en-US" dirty="0">
                <a:latin typeface="Ebrima"/>
                <a:cs typeface="Ebrima"/>
              </a:rPr>
              <a:t>equipment</a:t>
            </a:r>
            <a:r>
              <a:rPr lang="en-US" spc="-60" dirty="0">
                <a:latin typeface="Ebrima"/>
                <a:cs typeface="Ebrima"/>
              </a:rPr>
              <a:t> </a:t>
            </a:r>
            <a:r>
              <a:rPr lang="en-US" spc="-10" dirty="0">
                <a:latin typeface="Ebrima"/>
                <a:cs typeface="Ebrima"/>
              </a:rPr>
              <a:t>management, </a:t>
            </a:r>
            <a:r>
              <a:rPr lang="en-US" dirty="0">
                <a:latin typeface="Ebrima"/>
                <a:cs typeface="Ebrima"/>
              </a:rPr>
              <a:t>match</a:t>
            </a:r>
            <a:r>
              <a:rPr lang="en-US" spc="-60" dirty="0">
                <a:latin typeface="Ebrima"/>
                <a:cs typeface="Ebrima"/>
              </a:rPr>
              <a:t> </a:t>
            </a:r>
            <a:r>
              <a:rPr lang="en-US" dirty="0">
                <a:latin typeface="Ebrima"/>
                <a:cs typeface="Ebrima"/>
              </a:rPr>
              <a:t>scheduling,</a:t>
            </a:r>
            <a:r>
              <a:rPr lang="en-US" spc="-40" dirty="0">
                <a:latin typeface="Ebrima"/>
                <a:cs typeface="Ebrima"/>
              </a:rPr>
              <a:t> </a:t>
            </a:r>
            <a:r>
              <a:rPr lang="en-US" dirty="0">
                <a:latin typeface="Ebrima"/>
                <a:cs typeface="Ebrima"/>
              </a:rPr>
              <a:t>scores,</a:t>
            </a:r>
            <a:r>
              <a:rPr lang="en-US" spc="-50" dirty="0">
                <a:latin typeface="Ebrima"/>
                <a:cs typeface="Ebrima"/>
              </a:rPr>
              <a:t> </a:t>
            </a:r>
            <a:r>
              <a:rPr lang="en-US" dirty="0">
                <a:latin typeface="Ebrima"/>
                <a:cs typeface="Ebrima"/>
              </a:rPr>
              <a:t>and</a:t>
            </a:r>
            <a:r>
              <a:rPr lang="en-US" spc="-80" dirty="0">
                <a:latin typeface="Ebrima"/>
                <a:cs typeface="Ebrima"/>
              </a:rPr>
              <a:t> </a:t>
            </a:r>
            <a:r>
              <a:rPr lang="en-US" spc="-10" dirty="0">
                <a:latin typeface="Ebrima"/>
                <a:cs typeface="Ebrima"/>
              </a:rPr>
              <a:t>results.</a:t>
            </a:r>
            <a:endParaRPr lang="en-US" dirty="0">
              <a:latin typeface="Ebrima"/>
              <a:cs typeface="Ebrima"/>
            </a:endParaRPr>
          </a:p>
          <a:p>
            <a:pPr>
              <a:lnSpc>
                <a:spcPct val="100000"/>
              </a:lnSpc>
              <a:spcBef>
                <a:spcPts val="114"/>
              </a:spcBef>
            </a:pPr>
            <a:endParaRPr dirty="0">
              <a:latin typeface="Ebrima"/>
              <a:cs typeface="Ebrima"/>
            </a:endParaRPr>
          </a:p>
          <a:p>
            <a:pPr marL="12700" marR="5080">
              <a:lnSpc>
                <a:spcPct val="170100"/>
              </a:lnSpc>
            </a:pPr>
            <a:r>
              <a:rPr dirty="0">
                <a:latin typeface="Ebrima"/>
                <a:cs typeface="Ebrima"/>
              </a:rPr>
              <a:t>A</a:t>
            </a:r>
            <a:r>
              <a:rPr spc="-50" dirty="0">
                <a:latin typeface="Ebrima"/>
                <a:cs typeface="Ebrima"/>
              </a:rPr>
              <a:t> </a:t>
            </a:r>
            <a:r>
              <a:rPr dirty="0">
                <a:latin typeface="Ebrima"/>
                <a:cs typeface="Ebrima"/>
              </a:rPr>
              <a:t>centralized</a:t>
            </a:r>
            <a:r>
              <a:rPr spc="-15" dirty="0">
                <a:latin typeface="Ebrima"/>
                <a:cs typeface="Ebrima"/>
              </a:rPr>
              <a:t> </a:t>
            </a:r>
            <a:r>
              <a:rPr spc="-20" dirty="0">
                <a:latin typeface="Ebrima"/>
                <a:cs typeface="Ebrima"/>
              </a:rPr>
              <a:t>web-</a:t>
            </a:r>
            <a:r>
              <a:rPr dirty="0">
                <a:latin typeface="Ebrima"/>
                <a:cs typeface="Ebrima"/>
              </a:rPr>
              <a:t>based system</a:t>
            </a:r>
            <a:r>
              <a:rPr spc="-35" dirty="0">
                <a:latin typeface="Ebrima"/>
                <a:cs typeface="Ebrima"/>
              </a:rPr>
              <a:t> </a:t>
            </a:r>
            <a:r>
              <a:rPr dirty="0">
                <a:latin typeface="Ebrima"/>
                <a:cs typeface="Ebrima"/>
              </a:rPr>
              <a:t>is</a:t>
            </a:r>
            <a:r>
              <a:rPr spc="-55" dirty="0">
                <a:latin typeface="Ebrima"/>
                <a:cs typeface="Ebrima"/>
              </a:rPr>
              <a:t> </a:t>
            </a:r>
            <a:r>
              <a:rPr dirty="0">
                <a:latin typeface="Ebrima"/>
                <a:cs typeface="Ebrima"/>
              </a:rPr>
              <a:t>therefore</a:t>
            </a:r>
            <a:r>
              <a:rPr spc="-5" dirty="0">
                <a:latin typeface="Ebrima"/>
                <a:cs typeface="Ebrima"/>
              </a:rPr>
              <a:t> </a:t>
            </a:r>
            <a:r>
              <a:rPr dirty="0">
                <a:latin typeface="Ebrima"/>
                <a:cs typeface="Ebrima"/>
              </a:rPr>
              <a:t>required</a:t>
            </a:r>
            <a:r>
              <a:rPr spc="5" dirty="0">
                <a:latin typeface="Ebrima"/>
                <a:cs typeface="Ebrima"/>
              </a:rPr>
              <a:t> </a:t>
            </a:r>
            <a:r>
              <a:rPr spc="-25" dirty="0">
                <a:latin typeface="Ebrima"/>
                <a:cs typeface="Ebrima"/>
              </a:rPr>
              <a:t>to </a:t>
            </a:r>
            <a:r>
              <a:rPr dirty="0">
                <a:latin typeface="Ebrima"/>
                <a:cs typeface="Ebrima"/>
              </a:rPr>
              <a:t>streamline</a:t>
            </a:r>
            <a:r>
              <a:rPr spc="-5" dirty="0">
                <a:latin typeface="Ebrima"/>
                <a:cs typeface="Ebrima"/>
              </a:rPr>
              <a:t> </a:t>
            </a:r>
            <a:r>
              <a:rPr dirty="0">
                <a:latin typeface="Ebrima"/>
                <a:cs typeface="Ebrima"/>
              </a:rPr>
              <a:t>these</a:t>
            </a:r>
            <a:r>
              <a:rPr spc="-60" dirty="0">
                <a:latin typeface="Ebrima"/>
                <a:cs typeface="Ebrima"/>
              </a:rPr>
              <a:t> </a:t>
            </a:r>
            <a:r>
              <a:rPr spc="-10" dirty="0">
                <a:latin typeface="Ebrima"/>
                <a:cs typeface="Ebrima"/>
              </a:rPr>
              <a:t>activities,</a:t>
            </a:r>
            <a:r>
              <a:rPr spc="-15" dirty="0">
                <a:latin typeface="Ebrima"/>
                <a:cs typeface="Ebrima"/>
              </a:rPr>
              <a:t> </a:t>
            </a:r>
            <a:r>
              <a:rPr dirty="0">
                <a:latin typeface="Ebrima"/>
                <a:cs typeface="Ebrima"/>
              </a:rPr>
              <a:t>provide</a:t>
            </a:r>
            <a:r>
              <a:rPr spc="-20" dirty="0">
                <a:latin typeface="Ebrima"/>
                <a:cs typeface="Ebrima"/>
              </a:rPr>
              <a:t> role-</a:t>
            </a:r>
            <a:r>
              <a:rPr dirty="0">
                <a:latin typeface="Ebrima"/>
                <a:cs typeface="Ebrima"/>
              </a:rPr>
              <a:t>based</a:t>
            </a:r>
            <a:r>
              <a:rPr spc="10" dirty="0">
                <a:latin typeface="Ebrima"/>
                <a:cs typeface="Ebrima"/>
              </a:rPr>
              <a:t> </a:t>
            </a:r>
            <a:r>
              <a:rPr dirty="0">
                <a:latin typeface="Ebrima"/>
                <a:cs typeface="Ebrima"/>
              </a:rPr>
              <a:t>access,</a:t>
            </a:r>
            <a:r>
              <a:rPr spc="-70" dirty="0">
                <a:latin typeface="Ebrima"/>
                <a:cs typeface="Ebrima"/>
              </a:rPr>
              <a:t> </a:t>
            </a:r>
            <a:r>
              <a:rPr spc="-10" dirty="0">
                <a:latin typeface="Ebrima"/>
                <a:cs typeface="Ebrima"/>
              </a:rPr>
              <a:t>maintain </a:t>
            </a:r>
            <a:r>
              <a:rPr dirty="0">
                <a:latin typeface="Ebrima"/>
                <a:cs typeface="Ebrima"/>
              </a:rPr>
              <a:t>accurate</a:t>
            </a:r>
            <a:r>
              <a:rPr spc="-60" dirty="0">
                <a:latin typeface="Ebrima"/>
                <a:cs typeface="Ebrima"/>
              </a:rPr>
              <a:t> </a:t>
            </a:r>
            <a:r>
              <a:rPr dirty="0">
                <a:latin typeface="Ebrima"/>
                <a:cs typeface="Ebrima"/>
              </a:rPr>
              <a:t>records,</a:t>
            </a:r>
            <a:r>
              <a:rPr spc="-40" dirty="0">
                <a:latin typeface="Ebrima"/>
                <a:cs typeface="Ebrima"/>
              </a:rPr>
              <a:t> </a:t>
            </a:r>
            <a:r>
              <a:rPr dirty="0">
                <a:latin typeface="Ebrima"/>
                <a:cs typeface="Ebrima"/>
              </a:rPr>
              <a:t>and</a:t>
            </a:r>
            <a:r>
              <a:rPr spc="-65" dirty="0">
                <a:latin typeface="Ebrima"/>
                <a:cs typeface="Ebrima"/>
              </a:rPr>
              <a:t> </a:t>
            </a:r>
            <a:r>
              <a:rPr dirty="0">
                <a:latin typeface="Ebrima"/>
                <a:cs typeface="Ebrima"/>
              </a:rPr>
              <a:t>make</a:t>
            </a:r>
            <a:r>
              <a:rPr spc="-55" dirty="0">
                <a:latin typeface="Ebrima"/>
                <a:cs typeface="Ebrima"/>
              </a:rPr>
              <a:t> </a:t>
            </a:r>
            <a:r>
              <a:rPr spc="-10" dirty="0">
                <a:latin typeface="Ebrima"/>
                <a:cs typeface="Ebrima"/>
              </a:rPr>
              <a:t>tournament</a:t>
            </a:r>
            <a:r>
              <a:rPr spc="-5" dirty="0">
                <a:latin typeface="Ebrima"/>
                <a:cs typeface="Ebrima"/>
              </a:rPr>
              <a:t> </a:t>
            </a:r>
            <a:r>
              <a:rPr dirty="0">
                <a:latin typeface="Ebrima"/>
                <a:cs typeface="Ebrima"/>
              </a:rPr>
              <a:t>information</a:t>
            </a:r>
            <a:r>
              <a:rPr spc="10" dirty="0">
                <a:latin typeface="Ebrima"/>
                <a:cs typeface="Ebrima"/>
              </a:rPr>
              <a:t> </a:t>
            </a:r>
            <a:r>
              <a:rPr spc="-10" dirty="0">
                <a:latin typeface="Ebrima"/>
                <a:cs typeface="Ebrima"/>
              </a:rPr>
              <a:t>easily </a:t>
            </a:r>
            <a:r>
              <a:rPr dirty="0">
                <a:latin typeface="Ebrima"/>
                <a:cs typeface="Ebrima"/>
              </a:rPr>
              <a:t>accessible</a:t>
            </a:r>
            <a:r>
              <a:rPr spc="-15" dirty="0">
                <a:latin typeface="Ebrima"/>
                <a:cs typeface="Ebrima"/>
              </a:rPr>
              <a:t> </a:t>
            </a:r>
            <a:r>
              <a:rPr dirty="0">
                <a:latin typeface="Ebrima"/>
                <a:cs typeface="Ebrima"/>
              </a:rPr>
              <a:t>to</a:t>
            </a:r>
            <a:r>
              <a:rPr spc="-70" dirty="0">
                <a:latin typeface="Ebrima"/>
                <a:cs typeface="Ebrima"/>
              </a:rPr>
              <a:t> </a:t>
            </a:r>
            <a:r>
              <a:rPr dirty="0">
                <a:latin typeface="Ebrima"/>
                <a:cs typeface="Ebrima"/>
              </a:rPr>
              <a:t>students</a:t>
            </a:r>
            <a:r>
              <a:rPr spc="-35" dirty="0">
                <a:latin typeface="Ebrima"/>
                <a:cs typeface="Ebrima"/>
              </a:rPr>
              <a:t> </a:t>
            </a:r>
            <a:r>
              <a:rPr dirty="0">
                <a:latin typeface="Ebrima"/>
                <a:cs typeface="Ebrima"/>
              </a:rPr>
              <a:t>and</a:t>
            </a:r>
            <a:r>
              <a:rPr spc="-65" dirty="0">
                <a:latin typeface="Ebrima"/>
                <a:cs typeface="Ebrima"/>
              </a:rPr>
              <a:t> </a:t>
            </a:r>
            <a:r>
              <a:rPr dirty="0">
                <a:latin typeface="Ebrima"/>
                <a:cs typeface="Ebrima"/>
              </a:rPr>
              <a:t>other</a:t>
            </a:r>
            <a:r>
              <a:rPr spc="-25" dirty="0">
                <a:latin typeface="Ebrima"/>
                <a:cs typeface="Ebrima"/>
              </a:rPr>
              <a:t> </a:t>
            </a:r>
            <a:r>
              <a:rPr spc="-10" dirty="0">
                <a:latin typeface="Ebrima"/>
                <a:cs typeface="Ebrima"/>
              </a:rPr>
              <a:t>stakeholders.</a:t>
            </a:r>
            <a:endParaRPr dirty="0">
              <a:latin typeface="Ebrima"/>
              <a:cs typeface="Ebrima"/>
            </a:endParaRPr>
          </a:p>
        </p:txBody>
      </p:sp>
      <p:sp>
        <p:nvSpPr>
          <p:cNvPr id="4" name="object 4" descr="$PPTXTitle"/>
          <p:cNvSpPr txBox="1">
            <a:spLocks noGrp="1"/>
          </p:cNvSpPr>
          <p:nvPr>
            <p:ph type="title"/>
          </p:nvPr>
        </p:nvSpPr>
        <p:spPr>
          <a:xfrm>
            <a:off x="6152219" y="376262"/>
            <a:ext cx="6150737" cy="259686"/>
          </a:xfrm>
          <a:prstGeom prst="rect">
            <a:avLst/>
          </a:prstGeom>
        </p:spPr>
        <p:txBody>
          <a:bodyPr vert="horz" wrap="square" lIns="0" tIns="13335" rIns="0" bIns="0" rtlCol="0">
            <a:spAutoFit/>
          </a:bodyPr>
          <a:lstStyle/>
          <a:p>
            <a:pPr marL="2204085">
              <a:lnSpc>
                <a:spcPct val="100000"/>
              </a:lnSpc>
              <a:spcBef>
                <a:spcPts val="105"/>
              </a:spcBef>
            </a:pPr>
            <a:r>
              <a:rPr sz="1600" dirty="0"/>
              <a:t>Key</a:t>
            </a:r>
            <a:r>
              <a:rPr sz="1600" spc="-35" dirty="0"/>
              <a:t> </a:t>
            </a:r>
            <a:r>
              <a:rPr sz="1600" dirty="0"/>
              <a:t>Problems</a:t>
            </a:r>
            <a:r>
              <a:rPr sz="1600" spc="-55" dirty="0"/>
              <a:t> </a:t>
            </a:r>
            <a:r>
              <a:rPr sz="1600" spc="-10" dirty="0"/>
              <a:t>Addressed</a:t>
            </a:r>
            <a:endParaRPr sz="1600" dirty="0"/>
          </a:p>
        </p:txBody>
      </p:sp>
      <p:sp>
        <p:nvSpPr>
          <p:cNvPr id="5" name="object 5"/>
          <p:cNvSpPr txBox="1"/>
          <p:nvPr/>
        </p:nvSpPr>
        <p:spPr>
          <a:xfrm>
            <a:off x="6888149" y="982353"/>
            <a:ext cx="4678875" cy="5875647"/>
          </a:xfrm>
          <a:prstGeom prst="rect">
            <a:avLst/>
          </a:prstGeom>
        </p:spPr>
        <p:txBody>
          <a:bodyPr vert="horz" wrap="square" lIns="0" tIns="12065" rIns="0" bIns="0" rtlCol="0">
            <a:spAutoFit/>
          </a:bodyPr>
          <a:lstStyle/>
          <a:p>
            <a:pPr marL="297815" marR="377190" indent="-285750">
              <a:lnSpc>
                <a:spcPct val="150000"/>
              </a:lnSpc>
              <a:spcBef>
                <a:spcPts val="95"/>
              </a:spcBef>
              <a:buFont typeface="Wingdings" panose="05000000000000000000" pitchFamily="2" charset="2"/>
              <a:buChar char="§"/>
              <a:tabLst>
                <a:tab pos="299085" algn="l"/>
              </a:tabLst>
            </a:pPr>
            <a:r>
              <a:rPr sz="1600" dirty="0">
                <a:latin typeface="Ebrima"/>
                <a:cs typeface="Ebrima"/>
              </a:rPr>
              <a:t>Lack</a:t>
            </a:r>
            <a:r>
              <a:rPr sz="1600" spc="-15" dirty="0">
                <a:latin typeface="Ebrima"/>
                <a:cs typeface="Ebrima"/>
              </a:rPr>
              <a:t> </a:t>
            </a:r>
            <a:r>
              <a:rPr sz="1600" dirty="0">
                <a:latin typeface="Ebrima"/>
                <a:cs typeface="Ebrima"/>
              </a:rPr>
              <a:t>of</a:t>
            </a:r>
            <a:r>
              <a:rPr sz="1600" spc="-60" dirty="0">
                <a:latin typeface="Ebrima"/>
                <a:cs typeface="Ebrima"/>
              </a:rPr>
              <a:t> </a:t>
            </a:r>
            <a:r>
              <a:rPr sz="1600" dirty="0">
                <a:latin typeface="Ebrima"/>
                <a:cs typeface="Ebrima"/>
              </a:rPr>
              <a:t>a</a:t>
            </a:r>
            <a:r>
              <a:rPr sz="1600" spc="-30" dirty="0">
                <a:latin typeface="Ebrima"/>
                <a:cs typeface="Ebrima"/>
              </a:rPr>
              <a:t> </a:t>
            </a:r>
            <a:r>
              <a:rPr sz="1600" dirty="0">
                <a:latin typeface="Ebrima"/>
                <a:cs typeface="Ebrima"/>
              </a:rPr>
              <a:t>centralized</a:t>
            </a:r>
            <a:r>
              <a:rPr sz="1600" spc="-40" dirty="0">
                <a:latin typeface="Ebrima"/>
                <a:cs typeface="Ebrima"/>
              </a:rPr>
              <a:t> </a:t>
            </a:r>
            <a:r>
              <a:rPr sz="1600" dirty="0">
                <a:latin typeface="Ebrima"/>
                <a:cs typeface="Ebrima"/>
              </a:rPr>
              <a:t>platform</a:t>
            </a:r>
            <a:r>
              <a:rPr sz="1600" spc="-30" dirty="0">
                <a:latin typeface="Ebrima"/>
                <a:cs typeface="Ebrima"/>
              </a:rPr>
              <a:t> </a:t>
            </a:r>
            <a:r>
              <a:rPr sz="1600" spc="-25" dirty="0">
                <a:latin typeface="Ebrima"/>
                <a:cs typeface="Ebrima"/>
              </a:rPr>
              <a:t>for </a:t>
            </a:r>
            <a:r>
              <a:rPr sz="1600" dirty="0">
                <a:latin typeface="Ebrima"/>
                <a:cs typeface="Ebrima"/>
              </a:rPr>
              <a:t>managing</a:t>
            </a:r>
            <a:r>
              <a:rPr sz="1600" spc="-40" dirty="0">
                <a:latin typeface="Ebrima"/>
                <a:cs typeface="Ebrima"/>
              </a:rPr>
              <a:t> </a:t>
            </a:r>
            <a:r>
              <a:rPr sz="1600" dirty="0">
                <a:latin typeface="Ebrima"/>
                <a:cs typeface="Ebrima"/>
              </a:rPr>
              <a:t>sports</a:t>
            </a:r>
            <a:r>
              <a:rPr sz="1600" spc="-60" dirty="0">
                <a:latin typeface="Ebrima"/>
                <a:cs typeface="Ebrima"/>
              </a:rPr>
              <a:t> </a:t>
            </a:r>
            <a:r>
              <a:rPr sz="1600" spc="-10" dirty="0">
                <a:latin typeface="Ebrima"/>
                <a:cs typeface="Ebrima"/>
              </a:rPr>
              <a:t>activities.</a:t>
            </a:r>
            <a:endParaRPr sz="1600" dirty="0">
              <a:latin typeface="Ebrima"/>
              <a:cs typeface="Ebrima"/>
            </a:endParaRPr>
          </a:p>
          <a:p>
            <a:pPr marL="298450" indent="-285750">
              <a:lnSpc>
                <a:spcPct val="150000"/>
              </a:lnSpc>
              <a:buFont typeface="Wingdings" panose="05000000000000000000" pitchFamily="2" charset="2"/>
              <a:buChar char="§"/>
              <a:tabLst>
                <a:tab pos="299085" algn="l"/>
              </a:tabLst>
            </a:pPr>
            <a:r>
              <a:rPr sz="1600" dirty="0">
                <a:latin typeface="Ebrima"/>
                <a:cs typeface="Ebrima"/>
              </a:rPr>
              <a:t>Difficulty</a:t>
            </a:r>
            <a:r>
              <a:rPr sz="1600" spc="-40" dirty="0">
                <a:latin typeface="Ebrima"/>
                <a:cs typeface="Ebrima"/>
              </a:rPr>
              <a:t> </a:t>
            </a:r>
            <a:r>
              <a:rPr sz="1600" dirty="0">
                <a:latin typeface="Ebrima"/>
                <a:cs typeface="Ebrima"/>
              </a:rPr>
              <a:t>in</a:t>
            </a:r>
            <a:r>
              <a:rPr sz="1600" spc="-50" dirty="0">
                <a:latin typeface="Ebrima"/>
                <a:cs typeface="Ebrima"/>
              </a:rPr>
              <a:t> </a:t>
            </a:r>
            <a:r>
              <a:rPr sz="1600" dirty="0">
                <a:latin typeface="Ebrima"/>
                <a:cs typeface="Ebrima"/>
              </a:rPr>
              <a:t>managing</a:t>
            </a:r>
            <a:r>
              <a:rPr sz="1600" spc="-30" dirty="0">
                <a:latin typeface="Ebrima"/>
                <a:cs typeface="Ebrima"/>
              </a:rPr>
              <a:t> </a:t>
            </a:r>
            <a:r>
              <a:rPr sz="1600" spc="-10" dirty="0">
                <a:latin typeface="Ebrima"/>
                <a:cs typeface="Ebrima"/>
              </a:rPr>
              <a:t>tournament</a:t>
            </a:r>
            <a:r>
              <a:rPr lang="en-US" sz="1600" spc="-10" dirty="0">
                <a:latin typeface="Ebrima"/>
                <a:cs typeface="Ebrima"/>
              </a:rPr>
              <a:t> </a:t>
            </a:r>
            <a:r>
              <a:rPr sz="1600" dirty="0">
                <a:latin typeface="Ebrima"/>
                <a:cs typeface="Ebrima"/>
              </a:rPr>
              <a:t>proposals</a:t>
            </a:r>
            <a:r>
              <a:rPr sz="1600" spc="-55" dirty="0">
                <a:latin typeface="Ebrima"/>
                <a:cs typeface="Ebrima"/>
              </a:rPr>
              <a:t> </a:t>
            </a:r>
            <a:r>
              <a:rPr sz="1600" dirty="0">
                <a:latin typeface="Ebrima"/>
                <a:cs typeface="Ebrima"/>
              </a:rPr>
              <a:t>and</a:t>
            </a:r>
            <a:r>
              <a:rPr sz="1600" spc="-30" dirty="0">
                <a:latin typeface="Ebrima"/>
                <a:cs typeface="Ebrima"/>
              </a:rPr>
              <a:t> </a:t>
            </a:r>
            <a:r>
              <a:rPr sz="1600" spc="-10" dirty="0">
                <a:latin typeface="Ebrima"/>
                <a:cs typeface="Ebrima"/>
              </a:rPr>
              <a:t>approvals.</a:t>
            </a:r>
            <a:endParaRPr sz="1600" dirty="0">
              <a:latin typeface="Ebrima"/>
              <a:cs typeface="Ebrima"/>
            </a:endParaRPr>
          </a:p>
          <a:p>
            <a:pPr marL="297815" marR="159385" indent="-285750">
              <a:lnSpc>
                <a:spcPct val="150000"/>
              </a:lnSpc>
              <a:buFont typeface="Wingdings" panose="05000000000000000000" pitchFamily="2" charset="2"/>
              <a:buChar char="§"/>
              <a:tabLst>
                <a:tab pos="299085" algn="l"/>
              </a:tabLst>
            </a:pPr>
            <a:r>
              <a:rPr lang="en-IN" sz="1600" dirty="0">
                <a:latin typeface="Ebrima"/>
                <a:cs typeface="Ebrima"/>
              </a:rPr>
              <a:t>Difficulty in managing separate team registration processes for internal and external students.”</a:t>
            </a:r>
            <a:r>
              <a:rPr sz="1600" dirty="0">
                <a:latin typeface="Ebrima"/>
                <a:cs typeface="Ebrima"/>
              </a:rPr>
              <a:t>Difficulty in tracking facility availability</a:t>
            </a:r>
            <a:r>
              <a:rPr lang="en-US" sz="1600" dirty="0">
                <a:latin typeface="Ebrima"/>
                <a:cs typeface="Ebrima"/>
              </a:rPr>
              <a:t> </a:t>
            </a:r>
            <a:r>
              <a:rPr sz="1600" dirty="0">
                <a:latin typeface="Ebrima"/>
                <a:cs typeface="Ebrima"/>
              </a:rPr>
              <a:t>and bookings.</a:t>
            </a:r>
          </a:p>
          <a:p>
            <a:pPr marL="298450" indent="-285750">
              <a:lnSpc>
                <a:spcPct val="150000"/>
              </a:lnSpc>
              <a:buFont typeface="Wingdings" panose="05000000000000000000" pitchFamily="2" charset="2"/>
              <a:buChar char="§"/>
              <a:tabLst>
                <a:tab pos="299085" algn="l"/>
              </a:tabLst>
            </a:pPr>
            <a:r>
              <a:rPr sz="1600" dirty="0">
                <a:latin typeface="Ebrima"/>
                <a:cs typeface="Ebrima"/>
              </a:rPr>
              <a:t>Manual management of sports</a:t>
            </a:r>
            <a:r>
              <a:rPr lang="en-US" sz="1600" dirty="0">
                <a:latin typeface="Ebrima"/>
                <a:cs typeface="Ebrima"/>
              </a:rPr>
              <a:t> </a:t>
            </a:r>
            <a:r>
              <a:rPr sz="1600" dirty="0">
                <a:latin typeface="Ebrima"/>
                <a:cs typeface="Ebrima"/>
              </a:rPr>
              <a:t>equipment</a:t>
            </a:r>
            <a:r>
              <a:rPr sz="1600" spc="-55" dirty="0">
                <a:latin typeface="Ebrima"/>
                <a:cs typeface="Ebrima"/>
              </a:rPr>
              <a:t> </a:t>
            </a:r>
            <a:r>
              <a:rPr sz="1600" dirty="0">
                <a:latin typeface="Ebrima"/>
                <a:cs typeface="Ebrima"/>
              </a:rPr>
              <a:t>issue</a:t>
            </a:r>
            <a:r>
              <a:rPr sz="1600" spc="-50" dirty="0">
                <a:latin typeface="Ebrima"/>
                <a:cs typeface="Ebrima"/>
              </a:rPr>
              <a:t> </a:t>
            </a:r>
            <a:r>
              <a:rPr sz="1600" dirty="0">
                <a:latin typeface="Ebrima"/>
                <a:cs typeface="Ebrima"/>
              </a:rPr>
              <a:t>and</a:t>
            </a:r>
            <a:r>
              <a:rPr sz="1600" spc="-20" dirty="0">
                <a:latin typeface="Ebrima"/>
                <a:cs typeface="Ebrima"/>
              </a:rPr>
              <a:t> </a:t>
            </a:r>
            <a:r>
              <a:rPr sz="1600" spc="-10" dirty="0">
                <a:latin typeface="Ebrima"/>
                <a:cs typeface="Ebrima"/>
              </a:rPr>
              <a:t>return.</a:t>
            </a:r>
            <a:endParaRPr sz="1600" dirty="0">
              <a:latin typeface="Ebrima"/>
              <a:cs typeface="Ebrima"/>
            </a:endParaRPr>
          </a:p>
          <a:p>
            <a:pPr marL="298450" indent="-285750">
              <a:lnSpc>
                <a:spcPct val="150000"/>
              </a:lnSpc>
              <a:spcBef>
                <a:spcPts val="5"/>
              </a:spcBef>
              <a:buFont typeface="Wingdings" panose="05000000000000000000" pitchFamily="2" charset="2"/>
              <a:buChar char="§"/>
              <a:tabLst>
                <a:tab pos="299085" algn="l"/>
              </a:tabLst>
            </a:pPr>
            <a:r>
              <a:rPr sz="1600" dirty="0">
                <a:latin typeface="Ebrima"/>
                <a:cs typeface="Ebrima"/>
              </a:rPr>
              <a:t>Challenges</a:t>
            </a:r>
            <a:r>
              <a:rPr sz="1600" spc="-60" dirty="0">
                <a:latin typeface="Ebrima"/>
                <a:cs typeface="Ebrima"/>
              </a:rPr>
              <a:t> </a:t>
            </a:r>
            <a:r>
              <a:rPr sz="1600" dirty="0">
                <a:latin typeface="Ebrima"/>
                <a:cs typeface="Ebrima"/>
              </a:rPr>
              <a:t>in</a:t>
            </a:r>
            <a:r>
              <a:rPr sz="1600" spc="-65" dirty="0">
                <a:latin typeface="Ebrima"/>
                <a:cs typeface="Ebrima"/>
              </a:rPr>
              <a:t> </a:t>
            </a:r>
            <a:r>
              <a:rPr sz="1600" dirty="0">
                <a:latin typeface="Ebrima"/>
                <a:cs typeface="Ebrima"/>
              </a:rPr>
              <a:t>maintaining</a:t>
            </a:r>
            <a:r>
              <a:rPr sz="1600" spc="-50" dirty="0">
                <a:latin typeface="Ebrima"/>
                <a:cs typeface="Ebrima"/>
              </a:rPr>
              <a:t> </a:t>
            </a:r>
            <a:r>
              <a:rPr sz="1600" spc="-20" dirty="0">
                <a:latin typeface="Ebrima"/>
                <a:cs typeface="Ebrima"/>
              </a:rPr>
              <a:t>match</a:t>
            </a:r>
            <a:r>
              <a:rPr lang="en-US" sz="1600" spc="-20" dirty="0">
                <a:latin typeface="Ebrima"/>
                <a:cs typeface="Ebrima"/>
              </a:rPr>
              <a:t> </a:t>
            </a:r>
            <a:r>
              <a:rPr sz="1600" dirty="0">
                <a:latin typeface="Ebrima"/>
                <a:cs typeface="Ebrima"/>
              </a:rPr>
              <a:t>schedules</a:t>
            </a:r>
            <a:r>
              <a:rPr sz="1600" spc="-50" dirty="0">
                <a:latin typeface="Ebrima"/>
                <a:cs typeface="Ebrima"/>
              </a:rPr>
              <a:t> </a:t>
            </a:r>
            <a:r>
              <a:rPr sz="1600" dirty="0">
                <a:latin typeface="Ebrima"/>
                <a:cs typeface="Ebrima"/>
              </a:rPr>
              <a:t>and</a:t>
            </a:r>
            <a:r>
              <a:rPr sz="1600" spc="-30" dirty="0">
                <a:latin typeface="Ebrima"/>
                <a:cs typeface="Ebrima"/>
              </a:rPr>
              <a:t> </a:t>
            </a:r>
            <a:r>
              <a:rPr sz="1600" spc="-10" dirty="0">
                <a:latin typeface="Ebrima"/>
                <a:cs typeface="Ebrima"/>
              </a:rPr>
              <a:t>scores.</a:t>
            </a:r>
            <a:endParaRPr sz="1600" dirty="0">
              <a:latin typeface="Ebrima"/>
              <a:cs typeface="Ebrima"/>
            </a:endParaRPr>
          </a:p>
          <a:p>
            <a:pPr marL="297815" marR="130810" indent="-285750">
              <a:lnSpc>
                <a:spcPct val="150000"/>
              </a:lnSpc>
              <a:buFont typeface="Wingdings" panose="05000000000000000000" pitchFamily="2" charset="2"/>
              <a:buChar char="§"/>
              <a:tabLst>
                <a:tab pos="299085" algn="l"/>
              </a:tabLst>
            </a:pPr>
            <a:r>
              <a:rPr sz="1600" dirty="0">
                <a:latin typeface="Ebrima"/>
                <a:cs typeface="Ebrima"/>
              </a:rPr>
              <a:t>Difficulty</a:t>
            </a:r>
            <a:r>
              <a:rPr sz="1600" spc="-25" dirty="0">
                <a:latin typeface="Ebrima"/>
                <a:cs typeface="Ebrima"/>
              </a:rPr>
              <a:t> </a:t>
            </a:r>
            <a:r>
              <a:rPr sz="1600" dirty="0">
                <a:latin typeface="Ebrima"/>
                <a:cs typeface="Ebrima"/>
              </a:rPr>
              <a:t>in</a:t>
            </a:r>
            <a:r>
              <a:rPr sz="1600" spc="-35" dirty="0">
                <a:latin typeface="Ebrima"/>
                <a:cs typeface="Ebrima"/>
              </a:rPr>
              <a:t> </a:t>
            </a:r>
            <a:r>
              <a:rPr sz="1600" dirty="0">
                <a:latin typeface="Ebrima"/>
                <a:cs typeface="Ebrima"/>
              </a:rPr>
              <a:t>providing</a:t>
            </a:r>
            <a:r>
              <a:rPr sz="1600" spc="-40" dirty="0">
                <a:latin typeface="Ebrima"/>
                <a:cs typeface="Ebrima"/>
              </a:rPr>
              <a:t> </a:t>
            </a:r>
            <a:r>
              <a:rPr sz="1600" spc="-10" dirty="0">
                <a:latin typeface="Ebrima"/>
                <a:cs typeface="Ebrima"/>
              </a:rPr>
              <a:t>updated tournament</a:t>
            </a:r>
            <a:r>
              <a:rPr sz="1600" spc="-45" dirty="0">
                <a:latin typeface="Ebrima"/>
                <a:cs typeface="Ebrima"/>
              </a:rPr>
              <a:t> </a:t>
            </a:r>
            <a:r>
              <a:rPr sz="1600" dirty="0">
                <a:latin typeface="Ebrima"/>
                <a:cs typeface="Ebrima"/>
              </a:rPr>
              <a:t>results</a:t>
            </a:r>
            <a:r>
              <a:rPr sz="1600" spc="-5" dirty="0">
                <a:latin typeface="Ebrima"/>
                <a:cs typeface="Ebrima"/>
              </a:rPr>
              <a:t> </a:t>
            </a:r>
            <a:r>
              <a:rPr sz="1600" dirty="0">
                <a:latin typeface="Ebrima"/>
                <a:cs typeface="Ebrima"/>
              </a:rPr>
              <a:t>and</a:t>
            </a:r>
            <a:r>
              <a:rPr sz="1600" spc="-35" dirty="0">
                <a:latin typeface="Ebrima"/>
                <a:cs typeface="Ebrima"/>
              </a:rPr>
              <a:t> </a:t>
            </a:r>
            <a:r>
              <a:rPr sz="1600" dirty="0">
                <a:latin typeface="Ebrima"/>
                <a:cs typeface="Ebrima"/>
              </a:rPr>
              <a:t>schedules</a:t>
            </a:r>
            <a:r>
              <a:rPr sz="1600" spc="-30" dirty="0">
                <a:latin typeface="Ebrima"/>
                <a:cs typeface="Ebrima"/>
              </a:rPr>
              <a:t> </a:t>
            </a:r>
            <a:r>
              <a:rPr sz="1600" spc="-25" dirty="0">
                <a:latin typeface="Ebrima"/>
                <a:cs typeface="Ebrima"/>
              </a:rPr>
              <a:t>to </a:t>
            </a:r>
            <a:r>
              <a:rPr sz="1600" spc="-10" dirty="0">
                <a:latin typeface="Ebrima"/>
                <a:cs typeface="Ebrima"/>
              </a:rPr>
              <a:t>users.</a:t>
            </a:r>
            <a:endParaRPr sz="1600" dirty="0">
              <a:latin typeface="Ebrima"/>
              <a:cs typeface="Ebrima"/>
            </a:endParaRPr>
          </a:p>
          <a:p>
            <a:pPr marL="297815" marR="5080" indent="-285750">
              <a:lnSpc>
                <a:spcPct val="150000"/>
              </a:lnSpc>
              <a:buFont typeface="Wingdings" panose="05000000000000000000" pitchFamily="2" charset="2"/>
              <a:buChar char="§"/>
              <a:tabLst>
                <a:tab pos="299085" algn="l"/>
              </a:tabLst>
            </a:pPr>
            <a:r>
              <a:rPr sz="1600" dirty="0">
                <a:latin typeface="Ebrima"/>
                <a:cs typeface="Ebrima"/>
              </a:rPr>
              <a:t>Need</a:t>
            </a:r>
            <a:r>
              <a:rPr sz="1600" spc="-25" dirty="0">
                <a:latin typeface="Ebrima"/>
                <a:cs typeface="Ebrima"/>
              </a:rPr>
              <a:t> </a:t>
            </a:r>
            <a:r>
              <a:rPr sz="1600" dirty="0">
                <a:latin typeface="Ebrima"/>
                <a:cs typeface="Ebrima"/>
              </a:rPr>
              <a:t>for</a:t>
            </a:r>
            <a:r>
              <a:rPr sz="1600" spc="-15" dirty="0">
                <a:latin typeface="Ebrima"/>
                <a:cs typeface="Ebrima"/>
              </a:rPr>
              <a:t> </a:t>
            </a:r>
            <a:r>
              <a:rPr sz="1600" b="1" spc="-10" dirty="0">
                <a:latin typeface="Ebrima"/>
                <a:cs typeface="Ebrima"/>
              </a:rPr>
              <a:t>role-</a:t>
            </a:r>
            <a:r>
              <a:rPr sz="1600" b="1" dirty="0">
                <a:latin typeface="Ebrima"/>
                <a:cs typeface="Ebrima"/>
              </a:rPr>
              <a:t>based</a:t>
            </a:r>
            <a:r>
              <a:rPr sz="1600" b="1" spc="5" dirty="0">
                <a:latin typeface="Ebrima"/>
                <a:cs typeface="Ebrima"/>
              </a:rPr>
              <a:t> </a:t>
            </a:r>
            <a:r>
              <a:rPr sz="1600" b="1" dirty="0">
                <a:latin typeface="Ebrima"/>
                <a:cs typeface="Ebrima"/>
              </a:rPr>
              <a:t>access</a:t>
            </a:r>
            <a:r>
              <a:rPr sz="1600" b="1" spc="-15" dirty="0">
                <a:latin typeface="Ebrima"/>
                <a:cs typeface="Ebrima"/>
              </a:rPr>
              <a:t> </a:t>
            </a:r>
            <a:r>
              <a:rPr sz="1600" dirty="0">
                <a:latin typeface="Ebrima"/>
                <a:cs typeface="Ebrima"/>
              </a:rPr>
              <a:t>to</a:t>
            </a:r>
            <a:r>
              <a:rPr sz="1600" spc="-40" dirty="0">
                <a:latin typeface="Ebrima"/>
                <a:cs typeface="Ebrima"/>
              </a:rPr>
              <a:t> </a:t>
            </a:r>
            <a:r>
              <a:rPr sz="1600" spc="-10" dirty="0">
                <a:latin typeface="Ebrima"/>
                <a:cs typeface="Ebrima"/>
              </a:rPr>
              <a:t>ensure </a:t>
            </a:r>
            <a:r>
              <a:rPr sz="1600" dirty="0">
                <a:latin typeface="Ebrima"/>
                <a:cs typeface="Ebrima"/>
              </a:rPr>
              <a:t>each</a:t>
            </a:r>
            <a:r>
              <a:rPr sz="1600" spc="-25" dirty="0">
                <a:latin typeface="Ebrima"/>
                <a:cs typeface="Ebrima"/>
              </a:rPr>
              <a:t> </a:t>
            </a:r>
            <a:r>
              <a:rPr sz="1600" dirty="0">
                <a:latin typeface="Ebrima"/>
                <a:cs typeface="Ebrima"/>
              </a:rPr>
              <a:t>actor</a:t>
            </a:r>
            <a:r>
              <a:rPr sz="1600" spc="-25" dirty="0">
                <a:latin typeface="Ebrima"/>
                <a:cs typeface="Ebrima"/>
              </a:rPr>
              <a:t> </a:t>
            </a:r>
            <a:r>
              <a:rPr sz="1600" dirty="0">
                <a:latin typeface="Ebrima"/>
                <a:cs typeface="Ebrima"/>
              </a:rPr>
              <a:t>can</a:t>
            </a:r>
            <a:r>
              <a:rPr sz="1600" spc="-20" dirty="0">
                <a:latin typeface="Ebrima"/>
                <a:cs typeface="Ebrima"/>
              </a:rPr>
              <a:t> </a:t>
            </a:r>
            <a:r>
              <a:rPr sz="1600" dirty="0">
                <a:latin typeface="Ebrima"/>
                <a:cs typeface="Ebrima"/>
              </a:rPr>
              <a:t>perform</a:t>
            </a:r>
            <a:r>
              <a:rPr sz="1600" spc="-45" dirty="0">
                <a:latin typeface="Ebrima"/>
                <a:cs typeface="Ebrima"/>
              </a:rPr>
              <a:t> </a:t>
            </a:r>
            <a:r>
              <a:rPr sz="1600" dirty="0">
                <a:latin typeface="Ebrima"/>
                <a:cs typeface="Ebrima"/>
              </a:rPr>
              <a:t>only</a:t>
            </a:r>
            <a:r>
              <a:rPr sz="1600" spc="-55" dirty="0">
                <a:latin typeface="Ebrima"/>
                <a:cs typeface="Ebrima"/>
              </a:rPr>
              <a:t> </a:t>
            </a:r>
            <a:r>
              <a:rPr sz="1600" spc="-20" dirty="0">
                <a:latin typeface="Ebrima"/>
                <a:cs typeface="Ebrima"/>
              </a:rPr>
              <a:t>their </a:t>
            </a:r>
            <a:r>
              <a:rPr sz="1600" dirty="0">
                <a:latin typeface="Ebrima"/>
                <a:cs typeface="Ebrima"/>
              </a:rPr>
              <a:t>permitted</a:t>
            </a:r>
            <a:r>
              <a:rPr sz="1600" spc="-75" dirty="0">
                <a:latin typeface="Ebrima"/>
                <a:cs typeface="Ebrima"/>
              </a:rPr>
              <a:t> </a:t>
            </a:r>
            <a:r>
              <a:rPr sz="1600" spc="-10" dirty="0">
                <a:latin typeface="Ebrima"/>
                <a:cs typeface="Ebrima"/>
              </a:rPr>
              <a:t>activities.</a:t>
            </a:r>
            <a:endParaRPr sz="1600" dirty="0">
              <a:latin typeface="Ebrima"/>
              <a:cs typeface="Ebrim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9BC46B-418C-1D2F-6E68-9FE4B36216ED}"/>
              </a:ext>
            </a:extLst>
          </p:cNvPr>
          <p:cNvSpPr>
            <a:spLocks noGrp="1"/>
          </p:cNvSpPr>
          <p:nvPr>
            <p:ph type="title"/>
          </p:nvPr>
        </p:nvSpPr>
        <p:spPr>
          <a:xfrm>
            <a:off x="762000" y="457200"/>
            <a:ext cx="1736345" cy="369332"/>
          </a:xfrm>
        </p:spPr>
        <p:txBody>
          <a:bodyPr/>
          <a:lstStyle/>
          <a:p>
            <a:r>
              <a:rPr lang="en-US" u="sng" dirty="0"/>
              <a:t>MODULES</a:t>
            </a:r>
            <a:endParaRPr lang="en-IN" u="sng" dirty="0"/>
          </a:p>
        </p:txBody>
      </p:sp>
      <p:graphicFrame>
        <p:nvGraphicFramePr>
          <p:cNvPr id="5" name="Content Placeholder 4">
            <a:extLst>
              <a:ext uri="{FF2B5EF4-FFF2-40B4-BE49-F238E27FC236}">
                <a16:creationId xmlns:a16="http://schemas.microsoft.com/office/drawing/2014/main" id="{6C6C4C0F-224D-9D05-FB9B-099FF73ECFA2}"/>
              </a:ext>
            </a:extLst>
          </p:cNvPr>
          <p:cNvGraphicFramePr>
            <a:graphicFrameLocks noGrp="1"/>
          </p:cNvGraphicFramePr>
          <p:nvPr>
            <p:ph sz="half" idx="2"/>
            <p:extLst>
              <p:ext uri="{D42A27DB-BD31-4B8C-83A1-F6EECF244321}">
                <p14:modId xmlns:p14="http://schemas.microsoft.com/office/powerpoint/2010/main" val="1187813355"/>
              </p:ext>
            </p:extLst>
          </p:nvPr>
        </p:nvGraphicFramePr>
        <p:xfrm>
          <a:off x="1066800" y="990600"/>
          <a:ext cx="9753600" cy="5550368"/>
        </p:xfrm>
        <a:graphic>
          <a:graphicData uri="http://schemas.openxmlformats.org/drawingml/2006/table">
            <a:tbl>
              <a:tblPr>
                <a:tableStyleId>{5C22544A-7EE6-4342-B048-85BDC9FD1C3A}</a:tableStyleId>
              </a:tblPr>
              <a:tblGrid>
                <a:gridCol w="1027331">
                  <a:extLst>
                    <a:ext uri="{9D8B030D-6E8A-4147-A177-3AD203B41FA5}">
                      <a16:colId xmlns:a16="http://schemas.microsoft.com/office/drawing/2014/main" val="830000910"/>
                    </a:ext>
                  </a:extLst>
                </a:gridCol>
                <a:gridCol w="4510207">
                  <a:extLst>
                    <a:ext uri="{9D8B030D-6E8A-4147-A177-3AD203B41FA5}">
                      <a16:colId xmlns:a16="http://schemas.microsoft.com/office/drawing/2014/main" val="2690875877"/>
                    </a:ext>
                  </a:extLst>
                </a:gridCol>
                <a:gridCol w="4216062">
                  <a:extLst>
                    <a:ext uri="{9D8B030D-6E8A-4147-A177-3AD203B41FA5}">
                      <a16:colId xmlns:a16="http://schemas.microsoft.com/office/drawing/2014/main" val="3486795885"/>
                    </a:ext>
                  </a:extLst>
                </a:gridCol>
              </a:tblGrid>
              <a:tr h="326074">
                <a:tc>
                  <a:txBody>
                    <a:bodyPr/>
                    <a:lstStyle/>
                    <a:p>
                      <a:pPr>
                        <a:buNone/>
                      </a:pPr>
                      <a:r>
                        <a:rPr lang="en-IN" sz="2000" b="1"/>
                        <a:t>No.</a:t>
                      </a:r>
                    </a:p>
                  </a:txBody>
                  <a:tcPr marL="57028" marR="57028" marT="28514" marB="28514" anchor="ctr"/>
                </a:tc>
                <a:tc>
                  <a:txBody>
                    <a:bodyPr/>
                    <a:lstStyle/>
                    <a:p>
                      <a:pPr>
                        <a:buNone/>
                      </a:pPr>
                      <a:r>
                        <a:rPr lang="en-IN" sz="2000" b="1" dirty="0"/>
                        <a:t>Module</a:t>
                      </a:r>
                    </a:p>
                  </a:txBody>
                  <a:tcPr marL="57028" marR="57028" marT="28514" marB="28514" anchor="ctr"/>
                </a:tc>
                <a:tc>
                  <a:txBody>
                    <a:bodyPr/>
                    <a:lstStyle/>
                    <a:p>
                      <a:pPr>
                        <a:buNone/>
                      </a:pPr>
                      <a:r>
                        <a:rPr lang="en-IN" sz="2000" b="1" dirty="0"/>
                        <a:t>Main Purpose</a:t>
                      </a:r>
                    </a:p>
                  </a:txBody>
                  <a:tcPr marL="57028" marR="57028" marT="28514" marB="28514" anchor="ctr"/>
                </a:tc>
                <a:extLst>
                  <a:ext uri="{0D108BD9-81ED-4DB2-BD59-A6C34878D82A}">
                    <a16:rowId xmlns:a16="http://schemas.microsoft.com/office/drawing/2014/main" val="3156998973"/>
                  </a:ext>
                </a:extLst>
              </a:tr>
              <a:tr h="583375">
                <a:tc>
                  <a:txBody>
                    <a:bodyPr/>
                    <a:lstStyle/>
                    <a:p>
                      <a:pPr>
                        <a:buNone/>
                      </a:pPr>
                      <a:r>
                        <a:rPr lang="en-IN" sz="2000" dirty="0"/>
                        <a:t>1</a:t>
                      </a:r>
                    </a:p>
                  </a:txBody>
                  <a:tcPr marL="57028" marR="57028" marT="28514" marB="28514" anchor="ctr"/>
                </a:tc>
                <a:tc>
                  <a:txBody>
                    <a:bodyPr/>
                    <a:lstStyle/>
                    <a:p>
                      <a:pPr>
                        <a:buNone/>
                      </a:pPr>
                      <a:r>
                        <a:rPr lang="en-IN" sz="2000" dirty="0"/>
                        <a:t>User Authentication &amp; Role-Based Access</a:t>
                      </a:r>
                    </a:p>
                  </a:txBody>
                  <a:tcPr marL="57028" marR="57028" marT="28514" marB="28514" anchor="ctr"/>
                </a:tc>
                <a:tc>
                  <a:txBody>
                    <a:bodyPr/>
                    <a:lstStyle/>
                    <a:p>
                      <a:pPr>
                        <a:buNone/>
                      </a:pPr>
                      <a:r>
                        <a:rPr lang="en-IN" sz="2000" dirty="0"/>
                        <a:t>Login and control access according to user role</a:t>
                      </a:r>
                    </a:p>
                  </a:txBody>
                  <a:tcPr marL="57028" marR="57028" marT="28514" marB="28514" anchor="ctr"/>
                </a:tc>
                <a:extLst>
                  <a:ext uri="{0D108BD9-81ED-4DB2-BD59-A6C34878D82A}">
                    <a16:rowId xmlns:a16="http://schemas.microsoft.com/office/drawing/2014/main" val="3602721848"/>
                  </a:ext>
                </a:extLst>
              </a:tr>
              <a:tr h="583375">
                <a:tc>
                  <a:txBody>
                    <a:bodyPr/>
                    <a:lstStyle/>
                    <a:p>
                      <a:pPr>
                        <a:buNone/>
                      </a:pPr>
                      <a:r>
                        <a:rPr lang="en-IN" sz="2000"/>
                        <a:t>2</a:t>
                      </a:r>
                    </a:p>
                  </a:txBody>
                  <a:tcPr marL="57028" marR="57028" marT="28514" marB="28514" anchor="ctr"/>
                </a:tc>
                <a:tc>
                  <a:txBody>
                    <a:bodyPr/>
                    <a:lstStyle/>
                    <a:p>
                      <a:pPr>
                        <a:buNone/>
                      </a:pPr>
                      <a:r>
                        <a:rPr lang="en-IN" sz="2000" dirty="0"/>
                        <a:t>Sports Facility Management &amp; Booking</a:t>
                      </a:r>
                    </a:p>
                  </a:txBody>
                  <a:tcPr marL="57028" marR="57028" marT="28514" marB="28514" anchor="ctr"/>
                </a:tc>
                <a:tc>
                  <a:txBody>
                    <a:bodyPr/>
                    <a:lstStyle/>
                    <a:p>
                      <a:pPr>
                        <a:buNone/>
                      </a:pPr>
                      <a:r>
                        <a:rPr lang="en-IN" sz="2000" dirty="0"/>
                        <a:t>Allow PE manage the facilities and </a:t>
                      </a:r>
                      <a:r>
                        <a:rPr lang="en-IN" sz="2000"/>
                        <a:t>students to </a:t>
                      </a:r>
                      <a:r>
                        <a:rPr lang="en-IN" sz="2000" dirty="0"/>
                        <a:t>book sports facilities</a:t>
                      </a:r>
                    </a:p>
                  </a:txBody>
                  <a:tcPr marL="57028" marR="57028" marT="28514" marB="28514" anchor="ctr"/>
                </a:tc>
                <a:extLst>
                  <a:ext uri="{0D108BD9-81ED-4DB2-BD59-A6C34878D82A}">
                    <a16:rowId xmlns:a16="http://schemas.microsoft.com/office/drawing/2014/main" val="3976682308"/>
                  </a:ext>
                </a:extLst>
              </a:tr>
              <a:tr h="840676">
                <a:tc>
                  <a:txBody>
                    <a:bodyPr/>
                    <a:lstStyle/>
                    <a:p>
                      <a:pPr>
                        <a:buNone/>
                      </a:pPr>
                      <a:r>
                        <a:rPr lang="en-IN" sz="2000"/>
                        <a:t>3</a:t>
                      </a:r>
                    </a:p>
                  </a:txBody>
                  <a:tcPr marL="57028" marR="57028" marT="28514" marB="28514" anchor="ctr"/>
                </a:tc>
                <a:tc>
                  <a:txBody>
                    <a:bodyPr/>
                    <a:lstStyle/>
                    <a:p>
                      <a:pPr>
                        <a:buNone/>
                      </a:pPr>
                      <a:r>
                        <a:rPr lang="en-IN" sz="2000"/>
                        <a:t>Tournament Proposal &amp; Approval</a:t>
                      </a:r>
                    </a:p>
                  </a:txBody>
                  <a:tcPr marL="57028" marR="57028" marT="28514" marB="28514" anchor="ctr"/>
                </a:tc>
                <a:tc>
                  <a:txBody>
                    <a:bodyPr/>
                    <a:lstStyle/>
                    <a:p>
                      <a:pPr>
                        <a:buNone/>
                      </a:pPr>
                      <a:r>
                        <a:rPr lang="en-IN" sz="2000"/>
                        <a:t>Submit, review, forward, and approve tournament proposals</a:t>
                      </a:r>
                    </a:p>
                  </a:txBody>
                  <a:tcPr marL="57028" marR="57028" marT="28514" marB="28514" anchor="ctr"/>
                </a:tc>
                <a:extLst>
                  <a:ext uri="{0D108BD9-81ED-4DB2-BD59-A6C34878D82A}">
                    <a16:rowId xmlns:a16="http://schemas.microsoft.com/office/drawing/2014/main" val="2468294993"/>
                  </a:ext>
                </a:extLst>
              </a:tr>
              <a:tr h="583375">
                <a:tc>
                  <a:txBody>
                    <a:bodyPr/>
                    <a:lstStyle/>
                    <a:p>
                      <a:pPr>
                        <a:buNone/>
                      </a:pPr>
                      <a:r>
                        <a:rPr lang="en-IN" sz="2000"/>
                        <a:t>4</a:t>
                      </a:r>
                    </a:p>
                  </a:txBody>
                  <a:tcPr marL="57028" marR="57028" marT="28514" marB="28514" anchor="ctr"/>
                </a:tc>
                <a:tc>
                  <a:txBody>
                    <a:bodyPr/>
                    <a:lstStyle/>
                    <a:p>
                      <a:pPr>
                        <a:buNone/>
                      </a:pPr>
                      <a:r>
                        <a:rPr lang="en-IN" sz="2000"/>
                        <a:t>Team Registration &amp; Approval</a:t>
                      </a:r>
                    </a:p>
                  </a:txBody>
                  <a:tcPr marL="57028" marR="57028" marT="28514" marB="28514" anchor="ctr"/>
                </a:tc>
                <a:tc>
                  <a:txBody>
                    <a:bodyPr/>
                    <a:lstStyle/>
                    <a:p>
                      <a:pPr>
                        <a:buNone/>
                      </a:pPr>
                      <a:r>
                        <a:rPr lang="en-IN" sz="2000"/>
                        <a:t>Register teams and process team approvals</a:t>
                      </a:r>
                    </a:p>
                  </a:txBody>
                  <a:tcPr marL="57028" marR="57028" marT="28514" marB="28514" anchor="ctr"/>
                </a:tc>
                <a:extLst>
                  <a:ext uri="{0D108BD9-81ED-4DB2-BD59-A6C34878D82A}">
                    <a16:rowId xmlns:a16="http://schemas.microsoft.com/office/drawing/2014/main" val="4288947994"/>
                  </a:ext>
                </a:extLst>
              </a:tr>
              <a:tr h="840676">
                <a:tc>
                  <a:txBody>
                    <a:bodyPr/>
                    <a:lstStyle/>
                    <a:p>
                      <a:pPr>
                        <a:buNone/>
                      </a:pPr>
                      <a:r>
                        <a:rPr lang="en-IN" sz="2000"/>
                        <a:t>5</a:t>
                      </a:r>
                    </a:p>
                  </a:txBody>
                  <a:tcPr marL="57028" marR="57028" marT="28514" marB="28514" anchor="ctr"/>
                </a:tc>
                <a:tc>
                  <a:txBody>
                    <a:bodyPr/>
                    <a:lstStyle/>
                    <a:p>
                      <a:pPr>
                        <a:buNone/>
                      </a:pPr>
                      <a:r>
                        <a:rPr lang="en-IN" sz="2000"/>
                        <a:t>Tournament Management &amp; Match Scheduling</a:t>
                      </a:r>
                    </a:p>
                  </a:txBody>
                  <a:tcPr marL="57028" marR="57028" marT="28514" marB="28514" anchor="ctr"/>
                </a:tc>
                <a:tc>
                  <a:txBody>
                    <a:bodyPr/>
                    <a:lstStyle/>
                    <a:p>
                      <a:pPr>
                        <a:buNone/>
                      </a:pPr>
                      <a:r>
                        <a:rPr lang="en-IN" sz="2000"/>
                        <a:t>Manage approved tournaments and schedule matches</a:t>
                      </a:r>
                    </a:p>
                  </a:txBody>
                  <a:tcPr marL="57028" marR="57028" marT="28514" marB="28514" anchor="ctr"/>
                </a:tc>
                <a:extLst>
                  <a:ext uri="{0D108BD9-81ED-4DB2-BD59-A6C34878D82A}">
                    <a16:rowId xmlns:a16="http://schemas.microsoft.com/office/drawing/2014/main" val="1860214747"/>
                  </a:ext>
                </a:extLst>
              </a:tr>
              <a:tr h="583375">
                <a:tc>
                  <a:txBody>
                    <a:bodyPr/>
                    <a:lstStyle/>
                    <a:p>
                      <a:pPr>
                        <a:buNone/>
                      </a:pPr>
                      <a:r>
                        <a:rPr lang="en-IN" sz="2000"/>
                        <a:t>6</a:t>
                      </a:r>
                    </a:p>
                  </a:txBody>
                  <a:tcPr marL="57028" marR="57028" marT="28514" marB="28514" anchor="ctr"/>
                </a:tc>
                <a:tc>
                  <a:txBody>
                    <a:bodyPr/>
                    <a:lstStyle/>
                    <a:p>
                      <a:pPr>
                        <a:buNone/>
                      </a:pPr>
                      <a:r>
                        <a:rPr lang="en-IN" sz="2000"/>
                        <a:t>Match Result Management</a:t>
                      </a:r>
                    </a:p>
                  </a:txBody>
                  <a:tcPr marL="57028" marR="57028" marT="28514" marB="28514" anchor="ctr"/>
                </a:tc>
                <a:tc>
                  <a:txBody>
                    <a:bodyPr/>
                    <a:lstStyle/>
                    <a:p>
                      <a:pPr>
                        <a:buNone/>
                      </a:pPr>
                      <a:r>
                        <a:rPr lang="en-IN" sz="2000"/>
                        <a:t>Record scores, results, standings, and awards</a:t>
                      </a:r>
                    </a:p>
                  </a:txBody>
                  <a:tcPr marL="57028" marR="57028" marT="28514" marB="28514" anchor="ctr"/>
                </a:tc>
                <a:extLst>
                  <a:ext uri="{0D108BD9-81ED-4DB2-BD59-A6C34878D82A}">
                    <a16:rowId xmlns:a16="http://schemas.microsoft.com/office/drawing/2014/main" val="764772295"/>
                  </a:ext>
                </a:extLst>
              </a:tr>
              <a:tr h="840676">
                <a:tc>
                  <a:txBody>
                    <a:bodyPr/>
                    <a:lstStyle/>
                    <a:p>
                      <a:pPr>
                        <a:buNone/>
                      </a:pPr>
                      <a:r>
                        <a:rPr lang="en-IN" sz="2000"/>
                        <a:t>7</a:t>
                      </a:r>
                    </a:p>
                  </a:txBody>
                  <a:tcPr marL="57028" marR="57028" marT="28514" marB="28514" anchor="ctr"/>
                </a:tc>
                <a:tc>
                  <a:txBody>
                    <a:bodyPr/>
                    <a:lstStyle/>
                    <a:p>
                      <a:pPr>
                        <a:buNone/>
                      </a:pPr>
                      <a:r>
                        <a:rPr lang="en-IN" sz="2000"/>
                        <a:t>Equipment Management</a:t>
                      </a:r>
                    </a:p>
                  </a:txBody>
                  <a:tcPr marL="57028" marR="57028" marT="28514" marB="28514" anchor="ctr"/>
                </a:tc>
                <a:tc>
                  <a:txBody>
                    <a:bodyPr/>
                    <a:lstStyle/>
                    <a:p>
                      <a:pPr>
                        <a:buNone/>
                      </a:pPr>
                      <a:r>
                        <a:rPr lang="en-IN" sz="2000" dirty="0"/>
                        <a:t>Request, issue, return, and maintain equipment inventory</a:t>
                      </a:r>
                    </a:p>
                  </a:txBody>
                  <a:tcPr marL="57028" marR="57028" marT="28514" marB="28514" anchor="ctr"/>
                </a:tc>
                <a:extLst>
                  <a:ext uri="{0D108BD9-81ED-4DB2-BD59-A6C34878D82A}">
                    <a16:rowId xmlns:a16="http://schemas.microsoft.com/office/drawing/2014/main" val="1080015678"/>
                  </a:ext>
                </a:extLst>
              </a:tr>
            </a:tbl>
          </a:graphicData>
        </a:graphic>
      </p:graphicFrame>
    </p:spTree>
    <p:extLst>
      <p:ext uri="{BB962C8B-B14F-4D97-AF65-F5344CB8AC3E}">
        <p14:creationId xmlns:p14="http://schemas.microsoft.com/office/powerpoint/2010/main" val="42620100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295400" y="609600"/>
            <a:ext cx="1963420" cy="512445"/>
          </a:xfrm>
          <a:prstGeom prst="rect">
            <a:avLst/>
          </a:prstGeom>
        </p:spPr>
        <p:txBody>
          <a:bodyPr vert="horz" wrap="square" lIns="0" tIns="12065" rIns="0" bIns="0" rtlCol="0">
            <a:spAutoFit/>
          </a:bodyPr>
          <a:lstStyle/>
          <a:p>
            <a:pPr marL="12700">
              <a:lnSpc>
                <a:spcPct val="100000"/>
              </a:lnSpc>
              <a:spcBef>
                <a:spcPts val="95"/>
              </a:spcBef>
            </a:pPr>
            <a:r>
              <a:rPr sz="3200" b="1" dirty="0">
                <a:latin typeface="Ebrima"/>
                <a:cs typeface="Ebrima"/>
              </a:rPr>
              <a:t>SPRINT</a:t>
            </a:r>
            <a:r>
              <a:rPr sz="3200" b="1" spc="235" dirty="0">
                <a:latin typeface="Ebrima"/>
                <a:cs typeface="Ebrima"/>
              </a:rPr>
              <a:t> </a:t>
            </a:r>
            <a:r>
              <a:rPr sz="3200" b="1" spc="-25" dirty="0">
                <a:latin typeface="Ebrima"/>
                <a:cs typeface="Ebrima"/>
              </a:rPr>
              <a:t>1:</a:t>
            </a:r>
            <a:endParaRPr sz="3200" dirty="0">
              <a:latin typeface="Ebrima"/>
              <a:cs typeface="Ebrima"/>
            </a:endParaRPr>
          </a:p>
        </p:txBody>
      </p:sp>
      <p:sp>
        <p:nvSpPr>
          <p:cNvPr id="3" name="object 3"/>
          <p:cNvSpPr txBox="1"/>
          <p:nvPr/>
        </p:nvSpPr>
        <p:spPr>
          <a:xfrm>
            <a:off x="1327484" y="1526682"/>
            <a:ext cx="10287418" cy="1926168"/>
          </a:xfrm>
          <a:prstGeom prst="rect">
            <a:avLst/>
          </a:prstGeom>
        </p:spPr>
        <p:txBody>
          <a:bodyPr vert="horz" wrap="square" lIns="0" tIns="12700" rIns="0" bIns="0" rtlCol="0">
            <a:spAutoFit/>
          </a:bodyPr>
          <a:lstStyle/>
          <a:p>
            <a:pPr marL="12700">
              <a:lnSpc>
                <a:spcPct val="100000"/>
              </a:lnSpc>
              <a:spcBef>
                <a:spcPts val="100"/>
              </a:spcBef>
            </a:pPr>
            <a:r>
              <a:rPr sz="2000" b="1" dirty="0">
                <a:latin typeface="Ebrima"/>
                <a:cs typeface="Ebrima"/>
              </a:rPr>
              <a:t>Sprint</a:t>
            </a:r>
            <a:r>
              <a:rPr sz="2000" b="1" spc="-35" dirty="0">
                <a:latin typeface="Ebrima"/>
                <a:cs typeface="Ebrima"/>
              </a:rPr>
              <a:t> </a:t>
            </a:r>
            <a:r>
              <a:rPr sz="2000" b="1" dirty="0">
                <a:latin typeface="Ebrima"/>
                <a:cs typeface="Ebrima"/>
              </a:rPr>
              <a:t>1</a:t>
            </a:r>
            <a:r>
              <a:rPr sz="2000" b="1" spc="-40" dirty="0">
                <a:latin typeface="Ebrima"/>
                <a:cs typeface="Ebrima"/>
              </a:rPr>
              <a:t> </a:t>
            </a:r>
            <a:r>
              <a:rPr sz="2000" b="1" spc="-20" dirty="0">
                <a:latin typeface="Ebrima"/>
                <a:cs typeface="Ebrima"/>
              </a:rPr>
              <a:t>Goal</a:t>
            </a:r>
            <a:endParaRPr sz="2000" dirty="0">
              <a:latin typeface="Ebrima"/>
              <a:cs typeface="Ebrima"/>
            </a:endParaRPr>
          </a:p>
          <a:p>
            <a:pPr marL="12700" marR="5080">
              <a:lnSpc>
                <a:spcPct val="100000"/>
              </a:lnSpc>
              <a:spcBef>
                <a:spcPts val="1010"/>
              </a:spcBef>
            </a:pPr>
            <a:r>
              <a:rPr lang="en-IN" sz="2400" dirty="0"/>
              <a:t>“To establish the core management and approval foundation of the Sports Facility and Tournament Management System by implementing secure user authentication, role-based access, sports facility management, and tournament proposal submission and approval.”</a:t>
            </a:r>
            <a:endParaRPr sz="2400" dirty="0">
              <a:latin typeface="Ebrima"/>
              <a:cs typeface="Ebrima"/>
            </a:endParaRPr>
          </a:p>
        </p:txBody>
      </p:sp>
      <p:sp>
        <p:nvSpPr>
          <p:cNvPr id="4" name="object 4"/>
          <p:cNvSpPr txBox="1"/>
          <p:nvPr/>
        </p:nvSpPr>
        <p:spPr>
          <a:xfrm>
            <a:off x="1447800" y="3962400"/>
            <a:ext cx="2256517" cy="320601"/>
          </a:xfrm>
          <a:prstGeom prst="rect">
            <a:avLst/>
          </a:prstGeom>
        </p:spPr>
        <p:txBody>
          <a:bodyPr vert="horz" wrap="square" lIns="0" tIns="12700" rIns="0" bIns="0" rtlCol="0">
            <a:spAutoFit/>
          </a:bodyPr>
          <a:lstStyle/>
          <a:p>
            <a:pPr marL="12700">
              <a:lnSpc>
                <a:spcPct val="100000"/>
              </a:lnSpc>
              <a:spcBef>
                <a:spcPts val="100"/>
              </a:spcBef>
            </a:pPr>
            <a:r>
              <a:rPr sz="2000" b="1" dirty="0">
                <a:latin typeface="Ebrima"/>
                <a:cs typeface="Ebrima"/>
              </a:rPr>
              <a:t>Sprint</a:t>
            </a:r>
            <a:r>
              <a:rPr sz="2000" b="1" spc="-35" dirty="0">
                <a:latin typeface="Ebrima"/>
                <a:cs typeface="Ebrima"/>
              </a:rPr>
              <a:t> </a:t>
            </a:r>
            <a:r>
              <a:rPr sz="2000" b="1" dirty="0">
                <a:latin typeface="Ebrima"/>
                <a:cs typeface="Ebrima"/>
              </a:rPr>
              <a:t>1</a:t>
            </a:r>
            <a:r>
              <a:rPr sz="2000" b="1" spc="-40" dirty="0">
                <a:latin typeface="Ebrima"/>
                <a:cs typeface="Ebrima"/>
              </a:rPr>
              <a:t> </a:t>
            </a:r>
            <a:r>
              <a:rPr sz="2000" b="1" spc="-10" dirty="0">
                <a:latin typeface="Ebrima"/>
                <a:cs typeface="Ebrima"/>
              </a:rPr>
              <a:t>Outcome</a:t>
            </a:r>
            <a:endParaRPr sz="2000" dirty="0">
              <a:latin typeface="Ebrima"/>
              <a:cs typeface="Ebrima"/>
            </a:endParaRPr>
          </a:p>
        </p:txBody>
      </p:sp>
      <p:sp>
        <p:nvSpPr>
          <p:cNvPr id="5" name="object 5"/>
          <p:cNvSpPr txBox="1"/>
          <p:nvPr/>
        </p:nvSpPr>
        <p:spPr>
          <a:xfrm>
            <a:off x="1371182" y="4394246"/>
            <a:ext cx="10744618" cy="1490152"/>
          </a:xfrm>
          <a:prstGeom prst="rect">
            <a:avLst/>
          </a:prstGeom>
        </p:spPr>
        <p:txBody>
          <a:bodyPr vert="horz" wrap="square" lIns="0" tIns="12700" rIns="0" bIns="0" rtlCol="0">
            <a:spAutoFit/>
          </a:bodyPr>
          <a:lstStyle/>
          <a:p>
            <a:pPr marL="12700">
              <a:lnSpc>
                <a:spcPct val="100000"/>
              </a:lnSpc>
              <a:spcBef>
                <a:spcPts val="100"/>
              </a:spcBef>
            </a:pPr>
            <a:r>
              <a:rPr lang="en-IN" sz="2400" dirty="0"/>
              <a:t>“Sprint 1 establishes secure role-based access and the basic administrative workflow, enabling authorized users to manage sports facilities and allowing coaches to submit tournament proposals for review and approval by the responsible authorities.”</a:t>
            </a:r>
            <a:endParaRPr sz="2400" dirty="0">
              <a:latin typeface="Ebrima"/>
              <a:cs typeface="Ebrim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1BFDCD-9D42-CE02-EFED-16562DB3ED94}"/>
              </a:ext>
            </a:extLst>
          </p:cNvPr>
          <p:cNvSpPr>
            <a:spLocks noGrp="1"/>
          </p:cNvSpPr>
          <p:nvPr>
            <p:ph type="title"/>
          </p:nvPr>
        </p:nvSpPr>
        <p:spPr>
          <a:xfrm>
            <a:off x="729768" y="457200"/>
            <a:ext cx="3084095" cy="861774"/>
          </a:xfrm>
        </p:spPr>
        <p:txBody>
          <a:bodyPr/>
          <a:lstStyle/>
          <a:p>
            <a:r>
              <a:rPr lang="en-IN" sz="2800" dirty="0"/>
              <a:t>Sprint 1 Backlog</a:t>
            </a:r>
          </a:p>
        </p:txBody>
      </p:sp>
      <p:graphicFrame>
        <p:nvGraphicFramePr>
          <p:cNvPr id="5" name="Content Placeholder 4">
            <a:extLst>
              <a:ext uri="{FF2B5EF4-FFF2-40B4-BE49-F238E27FC236}">
                <a16:creationId xmlns:a16="http://schemas.microsoft.com/office/drawing/2014/main" id="{939E1991-89F3-D61F-DC3C-6546FB0A479A}"/>
              </a:ext>
            </a:extLst>
          </p:cNvPr>
          <p:cNvGraphicFramePr>
            <a:graphicFrameLocks noGrp="1"/>
          </p:cNvGraphicFramePr>
          <p:nvPr>
            <p:ph sz="half" idx="2"/>
            <p:extLst>
              <p:ext uri="{D42A27DB-BD31-4B8C-83A1-F6EECF244321}">
                <p14:modId xmlns:p14="http://schemas.microsoft.com/office/powerpoint/2010/main" val="3605697295"/>
              </p:ext>
            </p:extLst>
          </p:nvPr>
        </p:nvGraphicFramePr>
        <p:xfrm>
          <a:off x="729768" y="1066800"/>
          <a:ext cx="10732463" cy="5444124"/>
        </p:xfrm>
        <a:graphic>
          <a:graphicData uri="http://schemas.openxmlformats.org/drawingml/2006/table">
            <a:tbl>
              <a:tblPr>
                <a:tableStyleId>{5C22544A-7EE6-4342-B048-85BDC9FD1C3A}</a:tableStyleId>
              </a:tblPr>
              <a:tblGrid>
                <a:gridCol w="2629181">
                  <a:extLst>
                    <a:ext uri="{9D8B030D-6E8A-4147-A177-3AD203B41FA5}">
                      <a16:colId xmlns:a16="http://schemas.microsoft.com/office/drawing/2014/main" val="4185019823"/>
                    </a:ext>
                  </a:extLst>
                </a:gridCol>
                <a:gridCol w="2701094">
                  <a:extLst>
                    <a:ext uri="{9D8B030D-6E8A-4147-A177-3AD203B41FA5}">
                      <a16:colId xmlns:a16="http://schemas.microsoft.com/office/drawing/2014/main" val="3939435863"/>
                    </a:ext>
                  </a:extLst>
                </a:gridCol>
                <a:gridCol w="2701094">
                  <a:extLst>
                    <a:ext uri="{9D8B030D-6E8A-4147-A177-3AD203B41FA5}">
                      <a16:colId xmlns:a16="http://schemas.microsoft.com/office/drawing/2014/main" val="3353187200"/>
                    </a:ext>
                  </a:extLst>
                </a:gridCol>
                <a:gridCol w="2701094">
                  <a:extLst>
                    <a:ext uri="{9D8B030D-6E8A-4147-A177-3AD203B41FA5}">
                      <a16:colId xmlns:a16="http://schemas.microsoft.com/office/drawing/2014/main" val="3545331740"/>
                    </a:ext>
                  </a:extLst>
                </a:gridCol>
              </a:tblGrid>
              <a:tr h="353569">
                <a:tc>
                  <a:txBody>
                    <a:bodyPr/>
                    <a:lstStyle/>
                    <a:p>
                      <a:pPr>
                        <a:buNone/>
                      </a:pPr>
                      <a:r>
                        <a:rPr lang="en-IN" sz="2800" b="1" dirty="0"/>
                        <a:t>Backlog Item</a:t>
                      </a:r>
                    </a:p>
                  </a:txBody>
                  <a:tcPr marL="57028" marR="57028" marT="28514" marB="28514" anchor="ctr"/>
                </a:tc>
                <a:tc>
                  <a:txBody>
                    <a:bodyPr/>
                    <a:lstStyle/>
                    <a:p>
                      <a:pPr>
                        <a:buNone/>
                      </a:pPr>
                      <a:r>
                        <a:rPr lang="en-IN" sz="2800" b="1" dirty="0"/>
                        <a:t>Description</a:t>
                      </a:r>
                    </a:p>
                  </a:txBody>
                  <a:tcPr marL="57028" marR="57028" marT="28514" marB="28514" anchor="ctr"/>
                </a:tc>
                <a:tc>
                  <a:txBody>
                    <a:bodyPr/>
                    <a:lstStyle/>
                    <a:p>
                      <a:pPr>
                        <a:buNone/>
                      </a:pPr>
                      <a:r>
                        <a:rPr lang="en-IN" sz="2800" b="1" dirty="0"/>
                        <a:t>Primary Actor</a:t>
                      </a:r>
                    </a:p>
                  </a:txBody>
                  <a:tcPr marL="57028" marR="57028" marT="28514" marB="28514" anchor="ctr"/>
                </a:tc>
                <a:tc>
                  <a:txBody>
                    <a:bodyPr/>
                    <a:lstStyle/>
                    <a:p>
                      <a:pPr>
                        <a:buNone/>
                      </a:pPr>
                      <a:r>
                        <a:rPr lang="en-US" sz="2800" b="1" dirty="0"/>
                        <a:t>Story Points</a:t>
                      </a:r>
                      <a:endParaRPr lang="en-IN" sz="2800" b="1" dirty="0"/>
                    </a:p>
                  </a:txBody>
                  <a:tcPr marL="57028" marR="57028" marT="28514" marB="28514" anchor="ctr"/>
                </a:tc>
                <a:extLst>
                  <a:ext uri="{0D108BD9-81ED-4DB2-BD59-A6C34878D82A}">
                    <a16:rowId xmlns:a16="http://schemas.microsoft.com/office/drawing/2014/main" val="1669916973"/>
                  </a:ext>
                </a:extLst>
              </a:tr>
              <a:tr h="1149096">
                <a:tc>
                  <a:txBody>
                    <a:bodyPr/>
                    <a:lstStyle/>
                    <a:p>
                      <a:pPr>
                        <a:buNone/>
                      </a:pPr>
                      <a:r>
                        <a:rPr lang="en-IN" sz="1800" dirty="0"/>
                        <a:t>1. User Authentication &amp; Role-Based Access</a:t>
                      </a:r>
                    </a:p>
                  </a:txBody>
                  <a:tcPr marL="57028" marR="57028" marT="28514" marB="28514" anchor="ctr"/>
                </a:tc>
                <a:tc>
                  <a:txBody>
                    <a:bodyPr/>
                    <a:lstStyle/>
                    <a:p>
                      <a:pPr>
                        <a:buNone/>
                      </a:pPr>
                      <a:r>
                        <a:rPr lang="en-IN" sz="1800"/>
                        <a:t>Users authenticate into the system and receive access according to their assigned role.</a:t>
                      </a:r>
                    </a:p>
                  </a:txBody>
                  <a:tcPr marL="57028" marR="57028" marT="28514" marB="28514" anchor="ctr"/>
                </a:tc>
                <a:tc>
                  <a:txBody>
                    <a:bodyPr/>
                    <a:lstStyle/>
                    <a:p>
                      <a:pPr>
                        <a:buNone/>
                      </a:pPr>
                      <a:r>
                        <a:rPr lang="en-IN" sz="1800" dirty="0"/>
                        <a:t>All registered users</a:t>
                      </a:r>
                    </a:p>
                  </a:txBody>
                  <a:tcPr marL="57028" marR="57028" marT="28514" marB="28514" anchor="ctr"/>
                </a:tc>
                <a:tc>
                  <a:txBody>
                    <a:bodyPr/>
                    <a:lstStyle/>
                    <a:p>
                      <a:pPr>
                        <a:buNone/>
                      </a:pPr>
                      <a:r>
                        <a:rPr lang="en-US" sz="1800" dirty="0"/>
                        <a:t>5</a:t>
                      </a:r>
                      <a:endParaRPr lang="en-IN" sz="1800" dirty="0"/>
                    </a:p>
                  </a:txBody>
                  <a:tcPr marL="57028" marR="57028" marT="28514" marB="28514" anchor="ctr"/>
                </a:tc>
                <a:extLst>
                  <a:ext uri="{0D108BD9-81ED-4DB2-BD59-A6C34878D82A}">
                    <a16:rowId xmlns:a16="http://schemas.microsoft.com/office/drawing/2014/main" val="1589670322"/>
                  </a:ext>
                </a:extLst>
              </a:tr>
              <a:tr h="1149096">
                <a:tc>
                  <a:txBody>
                    <a:bodyPr/>
                    <a:lstStyle/>
                    <a:p>
                      <a:pPr>
                        <a:buNone/>
                      </a:pPr>
                      <a:r>
                        <a:rPr lang="en-IN" sz="1800" dirty="0"/>
                        <a:t>2. Sports Facility Management</a:t>
                      </a:r>
                    </a:p>
                  </a:txBody>
                  <a:tcPr marL="57028" marR="57028" marT="28514" marB="28514" anchor="ctr"/>
                </a:tc>
                <a:tc>
                  <a:txBody>
                    <a:bodyPr/>
                    <a:lstStyle/>
                    <a:p>
                      <a:pPr>
                        <a:buNone/>
                      </a:pPr>
                      <a:r>
                        <a:rPr lang="en-IN" sz="1800"/>
                        <a:t>Manage sports facility information, including adding, updating, and deactivating facilities.</a:t>
                      </a:r>
                    </a:p>
                  </a:txBody>
                  <a:tcPr marL="57028" marR="57028" marT="28514" marB="28514" anchor="ctr"/>
                </a:tc>
                <a:tc>
                  <a:txBody>
                    <a:bodyPr/>
                    <a:lstStyle/>
                    <a:p>
                      <a:pPr>
                        <a:buNone/>
                      </a:pPr>
                      <a:r>
                        <a:rPr lang="en-IN" sz="1800" dirty="0"/>
                        <a:t>PE</a:t>
                      </a:r>
                    </a:p>
                  </a:txBody>
                  <a:tcPr marL="57028" marR="57028" marT="28514" marB="28514" anchor="ctr"/>
                </a:tc>
                <a:tc>
                  <a:txBody>
                    <a:bodyPr/>
                    <a:lstStyle/>
                    <a:p>
                      <a:pPr>
                        <a:buNone/>
                      </a:pPr>
                      <a:r>
                        <a:rPr lang="en-US" sz="1800" dirty="0"/>
                        <a:t>8</a:t>
                      </a:r>
                      <a:endParaRPr lang="en-IN" sz="1800" dirty="0"/>
                    </a:p>
                  </a:txBody>
                  <a:tcPr marL="57028" marR="57028" marT="28514" marB="28514" anchor="ctr"/>
                </a:tc>
                <a:extLst>
                  <a:ext uri="{0D108BD9-81ED-4DB2-BD59-A6C34878D82A}">
                    <a16:rowId xmlns:a16="http://schemas.microsoft.com/office/drawing/2014/main" val="2609576139"/>
                  </a:ext>
                </a:extLst>
              </a:tr>
              <a:tr h="883920">
                <a:tc>
                  <a:txBody>
                    <a:bodyPr/>
                    <a:lstStyle/>
                    <a:p>
                      <a:pPr>
                        <a:buNone/>
                      </a:pPr>
                      <a:r>
                        <a:rPr lang="en-IN" sz="1800"/>
                        <a:t>3. Tournament Proposal Submission</a:t>
                      </a:r>
                    </a:p>
                  </a:txBody>
                  <a:tcPr marL="57028" marR="57028" marT="28514" marB="28514" anchor="ctr"/>
                </a:tc>
                <a:tc>
                  <a:txBody>
                    <a:bodyPr/>
                    <a:lstStyle/>
                    <a:p>
                      <a:pPr>
                        <a:buNone/>
                      </a:pPr>
                      <a:r>
                        <a:rPr lang="en-IN" sz="1800"/>
                        <a:t>Coaches create and submit tournament proposals through the system.</a:t>
                      </a:r>
                    </a:p>
                  </a:txBody>
                  <a:tcPr marL="57028" marR="57028" marT="28514" marB="28514" anchor="ctr"/>
                </a:tc>
                <a:tc>
                  <a:txBody>
                    <a:bodyPr/>
                    <a:lstStyle/>
                    <a:p>
                      <a:pPr>
                        <a:buNone/>
                      </a:pPr>
                      <a:r>
                        <a:rPr lang="en-IN" sz="1800"/>
                        <a:t>Coach</a:t>
                      </a:r>
                    </a:p>
                  </a:txBody>
                  <a:tcPr marL="57028" marR="57028" marT="28514" marB="28514" anchor="ctr"/>
                </a:tc>
                <a:tc>
                  <a:txBody>
                    <a:bodyPr/>
                    <a:lstStyle/>
                    <a:p>
                      <a:pPr>
                        <a:buNone/>
                      </a:pPr>
                      <a:r>
                        <a:rPr lang="en-US" sz="1800" dirty="0"/>
                        <a:t>5</a:t>
                      </a:r>
                      <a:endParaRPr lang="en-IN" sz="1800" dirty="0"/>
                    </a:p>
                  </a:txBody>
                  <a:tcPr marL="57028" marR="57028" marT="28514" marB="28514" anchor="ctr"/>
                </a:tc>
                <a:extLst>
                  <a:ext uri="{0D108BD9-81ED-4DB2-BD59-A6C34878D82A}">
                    <a16:rowId xmlns:a16="http://schemas.microsoft.com/office/drawing/2014/main" val="1893789352"/>
                  </a:ext>
                </a:extLst>
              </a:tr>
              <a:tr h="883920">
                <a:tc>
                  <a:txBody>
                    <a:bodyPr/>
                    <a:lstStyle/>
                    <a:p>
                      <a:pPr>
                        <a:buNone/>
                      </a:pPr>
                      <a:r>
                        <a:rPr lang="en-IN" sz="1800"/>
                        <a:t>4. Tournament Proposal Approval</a:t>
                      </a:r>
                    </a:p>
                  </a:txBody>
                  <a:tcPr marL="57028" marR="57028" marT="28514" marB="28514" anchor="ctr"/>
                </a:tc>
                <a:tc>
                  <a:txBody>
                    <a:bodyPr/>
                    <a:lstStyle/>
                    <a:p>
                      <a:pPr>
                        <a:buNone/>
                      </a:pPr>
                      <a:r>
                        <a:rPr lang="en-IN" sz="1800" dirty="0"/>
                        <a:t>PE reviews proposals and approves or rejects them.</a:t>
                      </a:r>
                    </a:p>
                  </a:txBody>
                  <a:tcPr marL="57028" marR="57028" marT="28514" marB="28514" anchor="ctr"/>
                </a:tc>
                <a:tc>
                  <a:txBody>
                    <a:bodyPr/>
                    <a:lstStyle/>
                    <a:p>
                      <a:pPr>
                        <a:buNone/>
                      </a:pPr>
                      <a:r>
                        <a:rPr lang="en-IN" sz="1800" dirty="0"/>
                        <a:t>PE</a:t>
                      </a:r>
                    </a:p>
                  </a:txBody>
                  <a:tcPr marL="57028" marR="57028" marT="28514" marB="28514" anchor="ctr"/>
                </a:tc>
                <a:tc>
                  <a:txBody>
                    <a:bodyPr/>
                    <a:lstStyle/>
                    <a:p>
                      <a:pPr>
                        <a:buNone/>
                      </a:pPr>
                      <a:r>
                        <a:rPr lang="en-US" sz="1800" dirty="0"/>
                        <a:t>5</a:t>
                      </a:r>
                      <a:endParaRPr lang="en-IN" sz="1800" dirty="0"/>
                    </a:p>
                  </a:txBody>
                  <a:tcPr marL="57028" marR="57028" marT="28514" marB="28514" anchor="ctr"/>
                </a:tc>
                <a:extLst>
                  <a:ext uri="{0D108BD9-81ED-4DB2-BD59-A6C34878D82A}">
                    <a16:rowId xmlns:a16="http://schemas.microsoft.com/office/drawing/2014/main" val="89673867"/>
                  </a:ext>
                </a:extLst>
              </a:tr>
              <a:tr h="883920">
                <a:tc>
                  <a:txBody>
                    <a:bodyPr/>
                    <a:lstStyle/>
                    <a:p>
                      <a:pPr>
                        <a:buNone/>
                      </a:pPr>
                      <a:endParaRPr lang="en-IN" sz="1800" dirty="0"/>
                    </a:p>
                  </a:txBody>
                  <a:tcPr marL="57028" marR="57028" marT="28514" marB="28514" anchor="ctr"/>
                </a:tc>
                <a:tc>
                  <a:txBody>
                    <a:bodyPr/>
                    <a:lstStyle/>
                    <a:p>
                      <a:pPr>
                        <a:buNone/>
                      </a:pPr>
                      <a:endParaRPr lang="en-IN" sz="1800" dirty="0"/>
                    </a:p>
                  </a:txBody>
                  <a:tcPr marL="57028" marR="57028" marT="28514" marB="28514" anchor="ctr"/>
                </a:tc>
                <a:tc>
                  <a:txBody>
                    <a:bodyPr/>
                    <a:lstStyle/>
                    <a:p>
                      <a:pPr>
                        <a:buNone/>
                      </a:pPr>
                      <a:r>
                        <a:rPr lang="en-US" sz="1800" dirty="0"/>
                        <a:t>AVERAGE</a:t>
                      </a:r>
                      <a:endParaRPr lang="en-IN" sz="1800" dirty="0"/>
                    </a:p>
                  </a:txBody>
                  <a:tcPr marL="57028" marR="57028" marT="28514" marB="28514" anchor="ctr"/>
                </a:tc>
                <a:tc>
                  <a:txBody>
                    <a:bodyPr/>
                    <a:lstStyle/>
                    <a:p>
                      <a:pPr>
                        <a:buNone/>
                      </a:pPr>
                      <a:r>
                        <a:rPr lang="en-US" sz="1800" dirty="0"/>
                        <a:t>5.75</a:t>
                      </a:r>
                      <a:endParaRPr lang="en-IN" sz="1800" dirty="0"/>
                    </a:p>
                  </a:txBody>
                  <a:tcPr marL="57028" marR="57028" marT="28514" marB="28514" anchor="ctr"/>
                </a:tc>
                <a:extLst>
                  <a:ext uri="{0D108BD9-81ED-4DB2-BD59-A6C34878D82A}">
                    <a16:rowId xmlns:a16="http://schemas.microsoft.com/office/drawing/2014/main" val="2789983755"/>
                  </a:ext>
                </a:extLst>
              </a:tr>
            </a:tbl>
          </a:graphicData>
        </a:graphic>
      </p:graphicFrame>
    </p:spTree>
    <p:extLst>
      <p:ext uri="{BB962C8B-B14F-4D97-AF65-F5344CB8AC3E}">
        <p14:creationId xmlns:p14="http://schemas.microsoft.com/office/powerpoint/2010/main" val="30059631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38B7642C-64E0-7B13-7646-EF7A01725F49}"/>
              </a:ext>
            </a:extLst>
          </p:cNvPr>
          <p:cNvPicPr>
            <a:picLocks noGrp="1" noChangeAspect="1"/>
          </p:cNvPicPr>
          <p:nvPr>
            <p:ph sz="half" idx="2"/>
          </p:nvPr>
        </p:nvPicPr>
        <p:blipFill>
          <a:blip r:embed="rId2"/>
          <a:srcRect t="12490" b="31479"/>
          <a:stretch>
            <a:fillRect/>
          </a:stretch>
        </p:blipFill>
        <p:spPr>
          <a:xfrm>
            <a:off x="1710134" y="-4011"/>
            <a:ext cx="8771732" cy="3276600"/>
          </a:xfrm>
          <a:prstGeom prst="rect">
            <a:avLst/>
          </a:prstGeom>
        </p:spPr>
      </p:pic>
      <p:sp>
        <p:nvSpPr>
          <p:cNvPr id="4" name="Content Placeholder 3">
            <a:extLst>
              <a:ext uri="{FF2B5EF4-FFF2-40B4-BE49-F238E27FC236}">
                <a16:creationId xmlns:a16="http://schemas.microsoft.com/office/drawing/2014/main" id="{B2654E03-1F47-346C-2BFA-7BB3286E65AD}"/>
              </a:ext>
            </a:extLst>
          </p:cNvPr>
          <p:cNvSpPr>
            <a:spLocks noGrp="1"/>
          </p:cNvSpPr>
          <p:nvPr>
            <p:ph sz="half" idx="3"/>
          </p:nvPr>
        </p:nvSpPr>
        <p:spPr>
          <a:xfrm>
            <a:off x="381000" y="3276600"/>
            <a:ext cx="10820400" cy="3447098"/>
          </a:xfrm>
        </p:spPr>
        <p:txBody>
          <a:bodyPr/>
          <a:lstStyle/>
          <a:p>
            <a:pPr algn="l"/>
            <a:r>
              <a:rPr lang="en-IN" b="1" dirty="0"/>
              <a:t>Connection Explanation</a:t>
            </a:r>
          </a:p>
          <a:p>
            <a:pPr marL="285750" indent="-285750" algn="l">
              <a:buFont typeface="Arial" panose="020B0604020202020204" pitchFamily="34" charset="0"/>
              <a:buChar char="•"/>
            </a:pPr>
            <a:endParaRPr lang="en-IN" sz="1600" b="1" dirty="0"/>
          </a:p>
          <a:p>
            <a:pPr marL="285750" lvl="0" indent="-285750" algn="l">
              <a:buFont typeface="Arial" panose="020B0604020202020204" pitchFamily="34" charset="0"/>
              <a:buChar char="•"/>
            </a:pPr>
            <a:r>
              <a:rPr lang="en-IN" sz="1600" b="1" dirty="0"/>
              <a:t>User Authentication &amp; Role-Based Access → Sports Facility Management</a:t>
            </a:r>
            <a:br>
              <a:rPr lang="en-IN" sz="1600" dirty="0"/>
            </a:br>
            <a:r>
              <a:rPr lang="en-IN" sz="1600" dirty="0"/>
              <a:t>Determines which users can manage sports facilities. </a:t>
            </a:r>
          </a:p>
          <a:p>
            <a:pPr marL="285750" lvl="0" indent="-285750" algn="l">
              <a:buFont typeface="Arial" panose="020B0604020202020204" pitchFamily="34" charset="0"/>
              <a:buChar char="•"/>
            </a:pPr>
            <a:endParaRPr lang="en-IN" sz="1600" dirty="0"/>
          </a:p>
          <a:p>
            <a:pPr marL="285750" lvl="0" indent="-285750" algn="l">
              <a:buFont typeface="Arial" panose="020B0604020202020204" pitchFamily="34" charset="0"/>
              <a:buChar char="•"/>
            </a:pPr>
            <a:r>
              <a:rPr lang="en-IN" sz="1600" b="1" dirty="0"/>
              <a:t>User Authentication &amp; Role-Based Access → Tournament Proposal Submission</a:t>
            </a:r>
            <a:br>
              <a:rPr lang="en-IN" sz="1600" dirty="0"/>
            </a:br>
            <a:r>
              <a:rPr lang="en-IN" sz="1600" dirty="0"/>
              <a:t>Ensures that only an authenticated </a:t>
            </a:r>
            <a:r>
              <a:rPr lang="en-IN" sz="1600" b="1" dirty="0"/>
              <a:t>Coach</a:t>
            </a:r>
            <a:r>
              <a:rPr lang="en-IN" sz="1600" dirty="0"/>
              <a:t> can submit a proposal. </a:t>
            </a:r>
          </a:p>
          <a:p>
            <a:pPr marL="285750" lvl="0" indent="-285750" algn="l">
              <a:buFont typeface="Arial" panose="020B0604020202020204" pitchFamily="34" charset="0"/>
              <a:buChar char="•"/>
            </a:pPr>
            <a:endParaRPr lang="en-IN" sz="1600" dirty="0"/>
          </a:p>
          <a:p>
            <a:pPr marL="285750" lvl="0" indent="-285750" algn="l">
              <a:buFont typeface="Arial" panose="020B0604020202020204" pitchFamily="34" charset="0"/>
              <a:buChar char="•"/>
            </a:pPr>
            <a:r>
              <a:rPr lang="en-IN" sz="1600" b="1" dirty="0"/>
              <a:t>Tournament Proposal Submission → Tournament Proposal Approval</a:t>
            </a:r>
            <a:br>
              <a:rPr lang="en-IN" sz="1600" dirty="0"/>
            </a:br>
            <a:r>
              <a:rPr lang="en-IN" sz="1600" dirty="0"/>
              <a:t>A submitted proposal moves to the approval process. </a:t>
            </a:r>
          </a:p>
          <a:p>
            <a:pPr marL="285750" lvl="0" indent="-285750" algn="l">
              <a:buFont typeface="Arial" panose="020B0604020202020204" pitchFamily="34" charset="0"/>
              <a:buChar char="•"/>
            </a:pPr>
            <a:endParaRPr lang="en-IN" sz="1600" dirty="0"/>
          </a:p>
          <a:p>
            <a:pPr marL="285750" lvl="0" indent="-285750" algn="l">
              <a:buFont typeface="Arial" panose="020B0604020202020204" pitchFamily="34" charset="0"/>
              <a:buChar char="•"/>
            </a:pPr>
            <a:r>
              <a:rPr lang="en-IN" sz="1600" b="1" dirty="0"/>
              <a:t>Sports Coordinator</a:t>
            </a:r>
            <a:r>
              <a:rPr lang="en-IN" sz="1600" dirty="0"/>
              <a:t> acts as the intermediate role in the proposal workflow by</a:t>
            </a:r>
          </a:p>
          <a:p>
            <a:pPr marL="285750" lvl="0" indent="-285750" algn="l">
              <a:buFont typeface="Arial" panose="020B0604020202020204" pitchFamily="34" charset="0"/>
              <a:buChar char="•"/>
            </a:pPr>
            <a:r>
              <a:rPr lang="en-IN" sz="1600" dirty="0"/>
              <a:t> </a:t>
            </a:r>
            <a:r>
              <a:rPr lang="en-IN" sz="1600" b="1" dirty="0"/>
              <a:t>checking and forwarding</a:t>
            </a:r>
            <a:r>
              <a:rPr lang="en-IN" sz="1600" dirty="0"/>
              <a:t> the proposal to PE.</a:t>
            </a:r>
          </a:p>
          <a:p>
            <a:endParaRPr lang="en-IN" sz="1600" dirty="0"/>
          </a:p>
        </p:txBody>
      </p:sp>
    </p:spTree>
    <p:extLst>
      <p:ext uri="{BB962C8B-B14F-4D97-AF65-F5344CB8AC3E}">
        <p14:creationId xmlns:p14="http://schemas.microsoft.com/office/powerpoint/2010/main" val="18336435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056580-A588-3510-E47F-61C804EB374B}"/>
              </a:ext>
            </a:extLst>
          </p:cNvPr>
          <p:cNvSpPr>
            <a:spLocks noGrp="1"/>
          </p:cNvSpPr>
          <p:nvPr>
            <p:ph type="title"/>
          </p:nvPr>
        </p:nvSpPr>
        <p:spPr>
          <a:xfrm>
            <a:off x="4419600" y="159152"/>
            <a:ext cx="5601081" cy="369332"/>
          </a:xfrm>
        </p:spPr>
        <p:txBody>
          <a:bodyPr/>
          <a:lstStyle/>
          <a:p>
            <a:r>
              <a:rPr lang="en-IN" dirty="0"/>
              <a:t>Functional Requirements</a:t>
            </a:r>
          </a:p>
        </p:txBody>
      </p:sp>
      <p:graphicFrame>
        <p:nvGraphicFramePr>
          <p:cNvPr id="5" name="Content Placeholder 4">
            <a:extLst>
              <a:ext uri="{FF2B5EF4-FFF2-40B4-BE49-F238E27FC236}">
                <a16:creationId xmlns:a16="http://schemas.microsoft.com/office/drawing/2014/main" id="{31B17801-DBE0-798F-25C6-D48C14EC08AE}"/>
              </a:ext>
            </a:extLst>
          </p:cNvPr>
          <p:cNvGraphicFramePr>
            <a:graphicFrameLocks noGrp="1"/>
          </p:cNvGraphicFramePr>
          <p:nvPr>
            <p:ph sz="half" idx="2"/>
            <p:extLst>
              <p:ext uri="{D42A27DB-BD31-4B8C-83A1-F6EECF244321}">
                <p14:modId xmlns:p14="http://schemas.microsoft.com/office/powerpoint/2010/main" val="3972745643"/>
              </p:ext>
            </p:extLst>
          </p:nvPr>
        </p:nvGraphicFramePr>
        <p:xfrm>
          <a:off x="457200" y="838200"/>
          <a:ext cx="5456238" cy="5791200"/>
        </p:xfrm>
        <a:graphic>
          <a:graphicData uri="http://schemas.openxmlformats.org/drawingml/2006/table">
            <a:tbl>
              <a:tblPr>
                <a:tableStyleId>{5C22544A-7EE6-4342-B048-85BDC9FD1C3A}</a:tableStyleId>
              </a:tblPr>
              <a:tblGrid>
                <a:gridCol w="1019064">
                  <a:extLst>
                    <a:ext uri="{9D8B030D-6E8A-4147-A177-3AD203B41FA5}">
                      <a16:colId xmlns:a16="http://schemas.microsoft.com/office/drawing/2014/main" val="2400608830"/>
                    </a:ext>
                  </a:extLst>
                </a:gridCol>
                <a:gridCol w="4437174">
                  <a:extLst>
                    <a:ext uri="{9D8B030D-6E8A-4147-A177-3AD203B41FA5}">
                      <a16:colId xmlns:a16="http://schemas.microsoft.com/office/drawing/2014/main" val="2052706594"/>
                    </a:ext>
                  </a:extLst>
                </a:gridCol>
              </a:tblGrid>
              <a:tr h="396030">
                <a:tc>
                  <a:txBody>
                    <a:bodyPr/>
                    <a:lstStyle/>
                    <a:p>
                      <a:pPr>
                        <a:buNone/>
                      </a:pPr>
                      <a:r>
                        <a:rPr lang="en-IN" sz="1800"/>
                        <a:t>ID</a:t>
                      </a:r>
                    </a:p>
                  </a:txBody>
                  <a:tcPr marL="57028" marR="57028" marT="28514" marB="28514" anchor="ctr"/>
                </a:tc>
                <a:tc>
                  <a:txBody>
                    <a:bodyPr/>
                    <a:lstStyle/>
                    <a:p>
                      <a:pPr>
                        <a:buNone/>
                      </a:pPr>
                      <a:r>
                        <a:rPr lang="en-IN" sz="1800"/>
                        <a:t>Functional Requirement</a:t>
                      </a:r>
                    </a:p>
                  </a:txBody>
                  <a:tcPr marL="57028" marR="57028" marT="28514" marB="28514" anchor="ctr"/>
                </a:tc>
                <a:extLst>
                  <a:ext uri="{0D108BD9-81ED-4DB2-BD59-A6C34878D82A}">
                    <a16:rowId xmlns:a16="http://schemas.microsoft.com/office/drawing/2014/main" val="4218913663"/>
                  </a:ext>
                </a:extLst>
              </a:tr>
              <a:tr h="723900">
                <a:tc>
                  <a:txBody>
                    <a:bodyPr/>
                    <a:lstStyle/>
                    <a:p>
                      <a:pPr>
                        <a:buNone/>
                      </a:pPr>
                      <a:r>
                        <a:rPr lang="en-IN" sz="1800"/>
                        <a:t>FR-1.1</a:t>
                      </a:r>
                    </a:p>
                  </a:txBody>
                  <a:tcPr marL="57028" marR="57028" marT="28514" marB="28514" anchor="ctr"/>
                </a:tc>
                <a:tc>
                  <a:txBody>
                    <a:bodyPr/>
                    <a:lstStyle/>
                    <a:p>
                      <a:pPr>
                        <a:buNone/>
                      </a:pPr>
                      <a:r>
                        <a:rPr lang="en-IN" sz="1800"/>
                        <a:t>The system shall allow registered users to log in using valid credentials.</a:t>
                      </a:r>
                    </a:p>
                  </a:txBody>
                  <a:tcPr marL="57028" marR="57028" marT="28514" marB="28514" anchor="ctr"/>
                </a:tc>
                <a:extLst>
                  <a:ext uri="{0D108BD9-81ED-4DB2-BD59-A6C34878D82A}">
                    <a16:rowId xmlns:a16="http://schemas.microsoft.com/office/drawing/2014/main" val="85749577"/>
                  </a:ext>
                </a:extLst>
              </a:tr>
              <a:tr h="723900">
                <a:tc>
                  <a:txBody>
                    <a:bodyPr/>
                    <a:lstStyle/>
                    <a:p>
                      <a:pPr>
                        <a:buNone/>
                      </a:pPr>
                      <a:r>
                        <a:rPr lang="en-IN" sz="1800" dirty="0"/>
                        <a:t>FR-1.2</a:t>
                      </a:r>
                    </a:p>
                  </a:txBody>
                  <a:tcPr marL="57028" marR="57028" marT="28514" marB="28514" anchor="ctr"/>
                </a:tc>
                <a:tc>
                  <a:txBody>
                    <a:bodyPr/>
                    <a:lstStyle/>
                    <a:p>
                      <a:pPr>
                        <a:buNone/>
                      </a:pPr>
                      <a:r>
                        <a:rPr lang="en-IN" sz="1800"/>
                        <a:t>The system shall validate the user's username/email and password.</a:t>
                      </a:r>
                    </a:p>
                  </a:txBody>
                  <a:tcPr marL="57028" marR="57028" marT="28514" marB="28514" anchor="ctr"/>
                </a:tc>
                <a:extLst>
                  <a:ext uri="{0D108BD9-81ED-4DB2-BD59-A6C34878D82A}">
                    <a16:rowId xmlns:a16="http://schemas.microsoft.com/office/drawing/2014/main" val="2062002842"/>
                  </a:ext>
                </a:extLst>
              </a:tr>
              <a:tr h="723900">
                <a:tc>
                  <a:txBody>
                    <a:bodyPr/>
                    <a:lstStyle/>
                    <a:p>
                      <a:pPr>
                        <a:buNone/>
                      </a:pPr>
                      <a:r>
                        <a:rPr lang="en-IN" sz="1800"/>
                        <a:t>FR-1.3</a:t>
                      </a:r>
                    </a:p>
                  </a:txBody>
                  <a:tcPr marL="57028" marR="57028" marT="28514" marB="28514" anchor="ctr"/>
                </a:tc>
                <a:tc>
                  <a:txBody>
                    <a:bodyPr/>
                    <a:lstStyle/>
                    <a:p>
                      <a:pPr>
                        <a:buNone/>
                      </a:pPr>
                      <a:r>
                        <a:rPr lang="en-IN" sz="1800" dirty="0"/>
                        <a:t>The system shall identify the user's assigned role after successful login.</a:t>
                      </a:r>
                    </a:p>
                  </a:txBody>
                  <a:tcPr marL="57028" marR="57028" marT="28514" marB="28514" anchor="ctr"/>
                </a:tc>
                <a:extLst>
                  <a:ext uri="{0D108BD9-81ED-4DB2-BD59-A6C34878D82A}">
                    <a16:rowId xmlns:a16="http://schemas.microsoft.com/office/drawing/2014/main" val="153053850"/>
                  </a:ext>
                </a:extLst>
              </a:tr>
              <a:tr h="723900">
                <a:tc>
                  <a:txBody>
                    <a:bodyPr/>
                    <a:lstStyle/>
                    <a:p>
                      <a:pPr>
                        <a:buNone/>
                      </a:pPr>
                      <a:r>
                        <a:rPr lang="en-IN" sz="1800"/>
                        <a:t>FR-1.4</a:t>
                      </a:r>
                    </a:p>
                  </a:txBody>
                  <a:tcPr marL="57028" marR="57028" marT="28514" marB="28514" anchor="ctr"/>
                </a:tc>
                <a:tc>
                  <a:txBody>
                    <a:bodyPr/>
                    <a:lstStyle/>
                    <a:p>
                      <a:pPr>
                        <a:buNone/>
                      </a:pPr>
                      <a:r>
                        <a:rPr lang="en-IN" sz="1800"/>
                        <a:t>The system shall provide access to functions based on the user's role.</a:t>
                      </a:r>
                    </a:p>
                  </a:txBody>
                  <a:tcPr marL="57028" marR="57028" marT="28514" marB="28514" anchor="ctr"/>
                </a:tc>
                <a:extLst>
                  <a:ext uri="{0D108BD9-81ED-4DB2-BD59-A6C34878D82A}">
                    <a16:rowId xmlns:a16="http://schemas.microsoft.com/office/drawing/2014/main" val="738583576"/>
                  </a:ext>
                </a:extLst>
              </a:tr>
              <a:tr h="723900">
                <a:tc>
                  <a:txBody>
                    <a:bodyPr/>
                    <a:lstStyle/>
                    <a:p>
                      <a:pPr>
                        <a:buNone/>
                      </a:pPr>
                      <a:r>
                        <a:rPr lang="en-IN" sz="1800"/>
                        <a:t>FR-1.5</a:t>
                      </a:r>
                    </a:p>
                  </a:txBody>
                  <a:tcPr marL="57028" marR="57028" marT="28514" marB="28514" anchor="ctr"/>
                </a:tc>
                <a:tc>
                  <a:txBody>
                    <a:bodyPr/>
                    <a:lstStyle/>
                    <a:p>
                      <a:pPr>
                        <a:buNone/>
                      </a:pPr>
                      <a:r>
                        <a:rPr lang="en-IN" sz="1800"/>
                        <a:t>The system shall restrict unauthorized users from accessing restricted modules.</a:t>
                      </a:r>
                    </a:p>
                  </a:txBody>
                  <a:tcPr marL="57028" marR="57028" marT="28514" marB="28514" anchor="ctr"/>
                </a:tc>
                <a:extLst>
                  <a:ext uri="{0D108BD9-81ED-4DB2-BD59-A6C34878D82A}">
                    <a16:rowId xmlns:a16="http://schemas.microsoft.com/office/drawing/2014/main" val="164249184"/>
                  </a:ext>
                </a:extLst>
              </a:tr>
              <a:tr h="723900">
                <a:tc>
                  <a:txBody>
                    <a:bodyPr/>
                    <a:lstStyle/>
                    <a:p>
                      <a:pPr>
                        <a:buNone/>
                      </a:pPr>
                      <a:r>
                        <a:rPr lang="en-IN" sz="1800"/>
                        <a:t>FR-1.6</a:t>
                      </a:r>
                    </a:p>
                  </a:txBody>
                  <a:tcPr marL="57028" marR="57028" marT="28514" marB="28514" anchor="ctr"/>
                </a:tc>
                <a:tc>
                  <a:txBody>
                    <a:bodyPr/>
                    <a:lstStyle/>
                    <a:p>
                      <a:pPr>
                        <a:buNone/>
                      </a:pPr>
                      <a:r>
                        <a:rPr lang="en-IN" sz="1800"/>
                        <a:t>The system shall allow authenticated users to log out securely.</a:t>
                      </a:r>
                    </a:p>
                  </a:txBody>
                  <a:tcPr marL="57028" marR="57028" marT="28514" marB="28514" anchor="ctr"/>
                </a:tc>
                <a:extLst>
                  <a:ext uri="{0D108BD9-81ED-4DB2-BD59-A6C34878D82A}">
                    <a16:rowId xmlns:a16="http://schemas.microsoft.com/office/drawing/2014/main" val="1800902573"/>
                  </a:ext>
                </a:extLst>
              </a:tr>
              <a:tr h="1051770">
                <a:tc>
                  <a:txBody>
                    <a:bodyPr/>
                    <a:lstStyle/>
                    <a:p>
                      <a:pPr>
                        <a:buNone/>
                      </a:pPr>
                      <a:r>
                        <a:rPr lang="en-IN" sz="1800"/>
                        <a:t>FR-1.7</a:t>
                      </a:r>
                    </a:p>
                  </a:txBody>
                  <a:tcPr marL="57028" marR="57028" marT="28514" marB="28514" anchor="ctr"/>
                </a:tc>
                <a:tc>
                  <a:txBody>
                    <a:bodyPr/>
                    <a:lstStyle/>
                    <a:p>
                      <a:pPr>
                        <a:buNone/>
                      </a:pPr>
                      <a:r>
                        <a:rPr lang="en-IN" sz="1800" dirty="0"/>
                        <a:t>The system shall maintain the user's authentication session until logout or session expiry.</a:t>
                      </a:r>
                    </a:p>
                  </a:txBody>
                  <a:tcPr marL="57028" marR="57028" marT="28514" marB="28514" anchor="ctr"/>
                </a:tc>
                <a:extLst>
                  <a:ext uri="{0D108BD9-81ED-4DB2-BD59-A6C34878D82A}">
                    <a16:rowId xmlns:a16="http://schemas.microsoft.com/office/drawing/2014/main" val="2221854693"/>
                  </a:ext>
                </a:extLst>
              </a:tr>
            </a:tbl>
          </a:graphicData>
        </a:graphic>
      </p:graphicFrame>
      <p:graphicFrame>
        <p:nvGraphicFramePr>
          <p:cNvPr id="6" name="Content Placeholder 5">
            <a:extLst>
              <a:ext uri="{FF2B5EF4-FFF2-40B4-BE49-F238E27FC236}">
                <a16:creationId xmlns:a16="http://schemas.microsoft.com/office/drawing/2014/main" id="{006B0C4B-C877-C651-4E2C-A9FE7EAF7B5C}"/>
              </a:ext>
            </a:extLst>
          </p:cNvPr>
          <p:cNvGraphicFramePr>
            <a:graphicFrameLocks noGrp="1"/>
          </p:cNvGraphicFramePr>
          <p:nvPr>
            <p:ph sz="half" idx="3"/>
            <p:extLst>
              <p:ext uri="{D42A27DB-BD31-4B8C-83A1-F6EECF244321}">
                <p14:modId xmlns:p14="http://schemas.microsoft.com/office/powerpoint/2010/main" val="167584568"/>
              </p:ext>
            </p:extLst>
          </p:nvPr>
        </p:nvGraphicFramePr>
        <p:xfrm>
          <a:off x="6096000" y="838200"/>
          <a:ext cx="5601080" cy="5791200"/>
        </p:xfrm>
        <a:graphic>
          <a:graphicData uri="http://schemas.openxmlformats.org/drawingml/2006/table">
            <a:tbl>
              <a:tblPr>
                <a:tableStyleId>{5C22544A-7EE6-4342-B048-85BDC9FD1C3A}</a:tableStyleId>
              </a:tblPr>
              <a:tblGrid>
                <a:gridCol w="777928">
                  <a:extLst>
                    <a:ext uri="{9D8B030D-6E8A-4147-A177-3AD203B41FA5}">
                      <a16:colId xmlns:a16="http://schemas.microsoft.com/office/drawing/2014/main" val="1891462549"/>
                    </a:ext>
                  </a:extLst>
                </a:gridCol>
                <a:gridCol w="4823152">
                  <a:extLst>
                    <a:ext uri="{9D8B030D-6E8A-4147-A177-3AD203B41FA5}">
                      <a16:colId xmlns:a16="http://schemas.microsoft.com/office/drawing/2014/main" val="1658652304"/>
                    </a:ext>
                  </a:extLst>
                </a:gridCol>
              </a:tblGrid>
              <a:tr h="373625">
                <a:tc>
                  <a:txBody>
                    <a:bodyPr/>
                    <a:lstStyle/>
                    <a:p>
                      <a:pPr>
                        <a:buNone/>
                      </a:pPr>
                      <a:r>
                        <a:rPr lang="en-IN" sz="1800"/>
                        <a:t>ID</a:t>
                      </a:r>
                    </a:p>
                  </a:txBody>
                  <a:tcPr marL="57028" marR="57028" marT="28514" marB="28514" anchor="ctr"/>
                </a:tc>
                <a:tc>
                  <a:txBody>
                    <a:bodyPr/>
                    <a:lstStyle/>
                    <a:p>
                      <a:pPr>
                        <a:buNone/>
                      </a:pPr>
                      <a:r>
                        <a:rPr lang="en-IN" sz="1800"/>
                        <a:t>Functional Requirement</a:t>
                      </a:r>
                    </a:p>
                  </a:txBody>
                  <a:tcPr marL="57028" marR="57028" marT="28514" marB="28514" anchor="ctr"/>
                </a:tc>
                <a:extLst>
                  <a:ext uri="{0D108BD9-81ED-4DB2-BD59-A6C34878D82A}">
                    <a16:rowId xmlns:a16="http://schemas.microsoft.com/office/drawing/2014/main" val="3325698058"/>
                  </a:ext>
                </a:extLst>
              </a:tr>
              <a:tr h="653845">
                <a:tc>
                  <a:txBody>
                    <a:bodyPr/>
                    <a:lstStyle/>
                    <a:p>
                      <a:pPr>
                        <a:buNone/>
                      </a:pPr>
                      <a:r>
                        <a:rPr lang="en-IN" sz="1800"/>
                        <a:t>FR-2.1</a:t>
                      </a:r>
                    </a:p>
                  </a:txBody>
                  <a:tcPr marL="57028" marR="57028" marT="28514" marB="28514" anchor="ctr"/>
                </a:tc>
                <a:tc>
                  <a:txBody>
                    <a:bodyPr/>
                    <a:lstStyle/>
                    <a:p>
                      <a:pPr>
                        <a:buNone/>
                      </a:pPr>
                      <a:r>
                        <a:rPr lang="en-IN" sz="1800" dirty="0"/>
                        <a:t>The system shall allow the PE/Administrator to add a sports facility.</a:t>
                      </a:r>
                    </a:p>
                  </a:txBody>
                  <a:tcPr marL="57028" marR="57028" marT="28514" marB="28514" anchor="ctr"/>
                </a:tc>
                <a:extLst>
                  <a:ext uri="{0D108BD9-81ED-4DB2-BD59-A6C34878D82A}">
                    <a16:rowId xmlns:a16="http://schemas.microsoft.com/office/drawing/2014/main" val="2935240333"/>
                  </a:ext>
                </a:extLst>
              </a:tr>
              <a:tr h="934065">
                <a:tc>
                  <a:txBody>
                    <a:bodyPr/>
                    <a:lstStyle/>
                    <a:p>
                      <a:pPr>
                        <a:buNone/>
                      </a:pPr>
                      <a:r>
                        <a:rPr lang="en-IN" sz="1800"/>
                        <a:t>FR-2.2</a:t>
                      </a:r>
                    </a:p>
                  </a:txBody>
                  <a:tcPr marL="57028" marR="57028" marT="28514" marB="28514" anchor="ctr"/>
                </a:tc>
                <a:tc>
                  <a:txBody>
                    <a:bodyPr/>
                    <a:lstStyle/>
                    <a:p>
                      <a:pPr>
                        <a:buNone/>
                      </a:pPr>
                      <a:r>
                        <a:rPr lang="en-IN" sz="1800" dirty="0"/>
                        <a:t>The system shall allow the PE/Administrator to enter facility details such as name, type, location, and status.</a:t>
                      </a:r>
                    </a:p>
                  </a:txBody>
                  <a:tcPr marL="57028" marR="57028" marT="28514" marB="28514" anchor="ctr"/>
                </a:tc>
                <a:extLst>
                  <a:ext uri="{0D108BD9-81ED-4DB2-BD59-A6C34878D82A}">
                    <a16:rowId xmlns:a16="http://schemas.microsoft.com/office/drawing/2014/main" val="3036432421"/>
                  </a:ext>
                </a:extLst>
              </a:tr>
              <a:tr h="934065">
                <a:tc>
                  <a:txBody>
                    <a:bodyPr/>
                    <a:lstStyle/>
                    <a:p>
                      <a:pPr>
                        <a:buNone/>
                      </a:pPr>
                      <a:r>
                        <a:rPr lang="en-IN" sz="1800"/>
                        <a:t>FR-2.3</a:t>
                      </a:r>
                    </a:p>
                  </a:txBody>
                  <a:tcPr marL="57028" marR="57028" marT="28514" marB="28514" anchor="ctr"/>
                </a:tc>
                <a:tc>
                  <a:txBody>
                    <a:bodyPr/>
                    <a:lstStyle/>
                    <a:p>
                      <a:pPr>
                        <a:buNone/>
                      </a:pPr>
                      <a:r>
                        <a:rPr lang="en-IN" sz="1800" dirty="0"/>
                        <a:t>The system shall allow the PE/Administrator to view all registered facilities.</a:t>
                      </a:r>
                    </a:p>
                  </a:txBody>
                  <a:tcPr marL="57028" marR="57028" marT="28514" marB="28514" anchor="ctr"/>
                </a:tc>
                <a:extLst>
                  <a:ext uri="{0D108BD9-81ED-4DB2-BD59-A6C34878D82A}">
                    <a16:rowId xmlns:a16="http://schemas.microsoft.com/office/drawing/2014/main" val="523156106"/>
                  </a:ext>
                </a:extLst>
              </a:tr>
              <a:tr h="934065">
                <a:tc>
                  <a:txBody>
                    <a:bodyPr/>
                    <a:lstStyle/>
                    <a:p>
                      <a:pPr>
                        <a:buNone/>
                      </a:pPr>
                      <a:r>
                        <a:rPr lang="en-IN" sz="1800"/>
                        <a:t>FR-2.4</a:t>
                      </a:r>
                    </a:p>
                  </a:txBody>
                  <a:tcPr marL="57028" marR="57028" marT="28514" marB="28514" anchor="ctr"/>
                </a:tc>
                <a:tc>
                  <a:txBody>
                    <a:bodyPr/>
                    <a:lstStyle/>
                    <a:p>
                      <a:pPr>
                        <a:buNone/>
                      </a:pPr>
                      <a:r>
                        <a:rPr lang="en-IN" sz="1800" dirty="0"/>
                        <a:t>The system shall allow the PE/Administrator to update facility information.</a:t>
                      </a:r>
                    </a:p>
                  </a:txBody>
                  <a:tcPr marL="57028" marR="57028" marT="28514" marB="28514" anchor="ctr"/>
                </a:tc>
                <a:extLst>
                  <a:ext uri="{0D108BD9-81ED-4DB2-BD59-A6C34878D82A}">
                    <a16:rowId xmlns:a16="http://schemas.microsoft.com/office/drawing/2014/main" val="4215406498"/>
                  </a:ext>
                </a:extLst>
              </a:tr>
              <a:tr h="653845">
                <a:tc>
                  <a:txBody>
                    <a:bodyPr/>
                    <a:lstStyle/>
                    <a:p>
                      <a:pPr>
                        <a:buNone/>
                      </a:pPr>
                      <a:r>
                        <a:rPr lang="en-IN" sz="1800"/>
                        <a:t>FR-2.5</a:t>
                      </a:r>
                    </a:p>
                  </a:txBody>
                  <a:tcPr marL="57028" marR="57028" marT="28514" marB="28514" anchor="ctr"/>
                </a:tc>
                <a:tc>
                  <a:txBody>
                    <a:bodyPr/>
                    <a:lstStyle/>
                    <a:p>
                      <a:pPr>
                        <a:buNone/>
                      </a:pPr>
                      <a:r>
                        <a:rPr lang="en-IN" sz="1800" dirty="0"/>
                        <a:t>The system shall allow the PE/Administrator to deactivate a facility.</a:t>
                      </a:r>
                    </a:p>
                  </a:txBody>
                  <a:tcPr marL="57028" marR="57028" marT="28514" marB="28514" anchor="ctr"/>
                </a:tc>
                <a:extLst>
                  <a:ext uri="{0D108BD9-81ED-4DB2-BD59-A6C34878D82A}">
                    <a16:rowId xmlns:a16="http://schemas.microsoft.com/office/drawing/2014/main" val="2638559658"/>
                  </a:ext>
                </a:extLst>
              </a:tr>
              <a:tr h="653845">
                <a:tc>
                  <a:txBody>
                    <a:bodyPr/>
                    <a:lstStyle/>
                    <a:p>
                      <a:pPr>
                        <a:buNone/>
                      </a:pPr>
                      <a:r>
                        <a:rPr lang="en-IN" sz="1800"/>
                        <a:t>FR-2.6</a:t>
                      </a:r>
                    </a:p>
                  </a:txBody>
                  <a:tcPr marL="57028" marR="57028" marT="28514" marB="28514" anchor="ctr"/>
                </a:tc>
                <a:tc>
                  <a:txBody>
                    <a:bodyPr/>
                    <a:lstStyle/>
                    <a:p>
                      <a:pPr>
                        <a:buNone/>
                      </a:pPr>
                      <a:r>
                        <a:rPr lang="en-IN" sz="1800" dirty="0"/>
                        <a:t>The system shall maintain the current status of each facility.</a:t>
                      </a:r>
                    </a:p>
                  </a:txBody>
                  <a:tcPr marL="57028" marR="57028" marT="28514" marB="28514" anchor="ctr"/>
                </a:tc>
                <a:extLst>
                  <a:ext uri="{0D108BD9-81ED-4DB2-BD59-A6C34878D82A}">
                    <a16:rowId xmlns:a16="http://schemas.microsoft.com/office/drawing/2014/main" val="155738683"/>
                  </a:ext>
                </a:extLst>
              </a:tr>
              <a:tr h="653845">
                <a:tc>
                  <a:txBody>
                    <a:bodyPr/>
                    <a:lstStyle/>
                    <a:p>
                      <a:pPr>
                        <a:buNone/>
                      </a:pPr>
                      <a:r>
                        <a:rPr lang="en-IN" sz="1800"/>
                        <a:t>FR-2.7</a:t>
                      </a:r>
                    </a:p>
                  </a:txBody>
                  <a:tcPr marL="57028" marR="57028" marT="28514" marB="28514" anchor="ctr"/>
                </a:tc>
                <a:tc>
                  <a:txBody>
                    <a:bodyPr/>
                    <a:lstStyle/>
                    <a:p>
                      <a:pPr>
                        <a:buNone/>
                      </a:pPr>
                      <a:r>
                        <a:rPr lang="en-IN" sz="1800" dirty="0"/>
                        <a:t>The system shall prevent unauthorized users from modifying facility information.</a:t>
                      </a:r>
                    </a:p>
                  </a:txBody>
                  <a:tcPr marL="57028" marR="57028" marT="28514" marB="28514" anchor="ctr"/>
                </a:tc>
                <a:extLst>
                  <a:ext uri="{0D108BD9-81ED-4DB2-BD59-A6C34878D82A}">
                    <a16:rowId xmlns:a16="http://schemas.microsoft.com/office/drawing/2014/main" val="3091905024"/>
                  </a:ext>
                </a:extLst>
              </a:tr>
            </a:tbl>
          </a:graphicData>
        </a:graphic>
      </p:graphicFrame>
    </p:spTree>
    <p:extLst>
      <p:ext uri="{BB962C8B-B14F-4D97-AF65-F5344CB8AC3E}">
        <p14:creationId xmlns:p14="http://schemas.microsoft.com/office/powerpoint/2010/main" val="35643221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DC9F63-AC53-81E2-E83E-67C704FA6670}"/>
            </a:ext>
          </a:extLst>
        </p:cNvPr>
        <p:cNvGrpSpPr/>
        <p:nvPr/>
      </p:nvGrpSpPr>
      <p:grpSpPr>
        <a:xfrm>
          <a:off x="0" y="0"/>
          <a:ext cx="0" cy="0"/>
          <a:chOff x="0" y="0"/>
          <a:chExt cx="0" cy="0"/>
        </a:xfrm>
      </p:grpSpPr>
      <p:graphicFrame>
        <p:nvGraphicFramePr>
          <p:cNvPr id="5" name="Content Placeholder 4">
            <a:extLst>
              <a:ext uri="{FF2B5EF4-FFF2-40B4-BE49-F238E27FC236}">
                <a16:creationId xmlns:a16="http://schemas.microsoft.com/office/drawing/2014/main" id="{365E3237-B3E7-0A9E-B9CC-909B5A7CFEE1}"/>
              </a:ext>
            </a:extLst>
          </p:cNvPr>
          <p:cNvGraphicFramePr>
            <a:graphicFrameLocks noGrp="1"/>
          </p:cNvGraphicFramePr>
          <p:nvPr>
            <p:ph sz="half" idx="2"/>
            <p:extLst>
              <p:ext uri="{D42A27DB-BD31-4B8C-83A1-F6EECF244321}">
                <p14:modId xmlns:p14="http://schemas.microsoft.com/office/powerpoint/2010/main" val="120984109"/>
              </p:ext>
            </p:extLst>
          </p:nvPr>
        </p:nvGraphicFramePr>
        <p:xfrm>
          <a:off x="304800" y="381000"/>
          <a:ext cx="8229600" cy="5884469"/>
        </p:xfrm>
        <a:graphic>
          <a:graphicData uri="http://schemas.openxmlformats.org/drawingml/2006/table">
            <a:tbl>
              <a:tblPr>
                <a:tableStyleId>{5C22544A-7EE6-4342-B048-85BDC9FD1C3A}</a:tableStyleId>
              </a:tblPr>
              <a:tblGrid>
                <a:gridCol w="1537046">
                  <a:extLst>
                    <a:ext uri="{9D8B030D-6E8A-4147-A177-3AD203B41FA5}">
                      <a16:colId xmlns:a16="http://schemas.microsoft.com/office/drawing/2014/main" val="2400608830"/>
                    </a:ext>
                  </a:extLst>
                </a:gridCol>
                <a:gridCol w="6692554">
                  <a:extLst>
                    <a:ext uri="{9D8B030D-6E8A-4147-A177-3AD203B41FA5}">
                      <a16:colId xmlns:a16="http://schemas.microsoft.com/office/drawing/2014/main" val="2052706594"/>
                    </a:ext>
                  </a:extLst>
                </a:gridCol>
              </a:tblGrid>
              <a:tr h="315355">
                <a:tc>
                  <a:txBody>
                    <a:bodyPr/>
                    <a:lstStyle/>
                    <a:p>
                      <a:pPr>
                        <a:buNone/>
                      </a:pPr>
                      <a:r>
                        <a:rPr lang="en-IN"/>
                        <a:t>ID</a:t>
                      </a:r>
                    </a:p>
                  </a:txBody>
                  <a:tcPr anchor="ctr"/>
                </a:tc>
                <a:tc>
                  <a:txBody>
                    <a:bodyPr/>
                    <a:lstStyle/>
                    <a:p>
                      <a:pPr>
                        <a:buNone/>
                      </a:pPr>
                      <a:r>
                        <a:rPr lang="en-IN"/>
                        <a:t>Functional Requirement</a:t>
                      </a:r>
                    </a:p>
                  </a:txBody>
                  <a:tcPr anchor="ctr"/>
                </a:tc>
                <a:extLst>
                  <a:ext uri="{0D108BD9-81ED-4DB2-BD59-A6C34878D82A}">
                    <a16:rowId xmlns:a16="http://schemas.microsoft.com/office/drawing/2014/main" val="4218913663"/>
                  </a:ext>
                </a:extLst>
              </a:tr>
              <a:tr h="788387">
                <a:tc>
                  <a:txBody>
                    <a:bodyPr/>
                    <a:lstStyle/>
                    <a:p>
                      <a:pPr>
                        <a:buNone/>
                      </a:pPr>
                      <a:r>
                        <a:rPr lang="en-IN"/>
                        <a:t>FR-3.1</a:t>
                      </a:r>
                    </a:p>
                  </a:txBody>
                  <a:tcPr anchor="ctr"/>
                </a:tc>
                <a:tc>
                  <a:txBody>
                    <a:bodyPr/>
                    <a:lstStyle/>
                    <a:p>
                      <a:pPr>
                        <a:buNone/>
                      </a:pPr>
                      <a:r>
                        <a:rPr lang="en-IN"/>
                        <a:t>The system shall allow an authenticated Coach to create a tournament proposal.</a:t>
                      </a:r>
                    </a:p>
                  </a:txBody>
                  <a:tcPr anchor="ctr"/>
                </a:tc>
                <a:extLst>
                  <a:ext uri="{0D108BD9-81ED-4DB2-BD59-A6C34878D82A}">
                    <a16:rowId xmlns:a16="http://schemas.microsoft.com/office/drawing/2014/main" val="85749577"/>
                  </a:ext>
                </a:extLst>
              </a:tr>
              <a:tr h="1261419">
                <a:tc>
                  <a:txBody>
                    <a:bodyPr/>
                    <a:lstStyle/>
                    <a:p>
                      <a:pPr>
                        <a:buNone/>
                      </a:pPr>
                      <a:r>
                        <a:rPr lang="en-IN" dirty="0"/>
                        <a:t>FR-3.2</a:t>
                      </a:r>
                    </a:p>
                  </a:txBody>
                  <a:tcPr anchor="ctr"/>
                </a:tc>
                <a:tc>
                  <a:txBody>
                    <a:bodyPr/>
                    <a:lstStyle/>
                    <a:p>
                      <a:pPr>
                        <a:buNone/>
                      </a:pPr>
                      <a:r>
                        <a:rPr lang="en-IN" dirty="0"/>
                        <a:t>The system shall allow the Coach to enter tournament details such as tournament name, sport, description, proposed dates, and facility/venue requirements.</a:t>
                      </a:r>
                    </a:p>
                  </a:txBody>
                  <a:tcPr anchor="ctr"/>
                </a:tc>
                <a:extLst>
                  <a:ext uri="{0D108BD9-81ED-4DB2-BD59-A6C34878D82A}">
                    <a16:rowId xmlns:a16="http://schemas.microsoft.com/office/drawing/2014/main" val="2062002842"/>
                  </a:ext>
                </a:extLst>
              </a:tr>
              <a:tr h="788387">
                <a:tc>
                  <a:txBody>
                    <a:bodyPr/>
                    <a:lstStyle/>
                    <a:p>
                      <a:pPr>
                        <a:buNone/>
                      </a:pPr>
                      <a:r>
                        <a:rPr lang="en-IN"/>
                        <a:t>FR-3.3</a:t>
                      </a:r>
                    </a:p>
                  </a:txBody>
                  <a:tcPr anchor="ctr"/>
                </a:tc>
                <a:tc>
                  <a:txBody>
                    <a:bodyPr/>
                    <a:lstStyle/>
                    <a:p>
                      <a:pPr>
                        <a:buNone/>
                      </a:pPr>
                      <a:r>
                        <a:rPr lang="en-IN"/>
                        <a:t>The system shall validate mandatory proposal information before submission.</a:t>
                      </a:r>
                    </a:p>
                  </a:txBody>
                  <a:tcPr anchor="ctr"/>
                </a:tc>
                <a:extLst>
                  <a:ext uri="{0D108BD9-81ED-4DB2-BD59-A6C34878D82A}">
                    <a16:rowId xmlns:a16="http://schemas.microsoft.com/office/drawing/2014/main" val="153053850"/>
                  </a:ext>
                </a:extLst>
              </a:tr>
              <a:tr h="551871">
                <a:tc>
                  <a:txBody>
                    <a:bodyPr/>
                    <a:lstStyle/>
                    <a:p>
                      <a:pPr>
                        <a:buNone/>
                      </a:pPr>
                      <a:r>
                        <a:rPr lang="en-IN"/>
                        <a:t>FR-3.4</a:t>
                      </a:r>
                    </a:p>
                  </a:txBody>
                  <a:tcPr anchor="ctr"/>
                </a:tc>
                <a:tc>
                  <a:txBody>
                    <a:bodyPr/>
                    <a:lstStyle/>
                    <a:p>
                      <a:pPr>
                        <a:buNone/>
                      </a:pPr>
                      <a:r>
                        <a:rPr lang="en-IN"/>
                        <a:t>The system shall allow the Coach to submit the completed proposal.</a:t>
                      </a:r>
                    </a:p>
                  </a:txBody>
                  <a:tcPr anchor="ctr"/>
                </a:tc>
                <a:extLst>
                  <a:ext uri="{0D108BD9-81ED-4DB2-BD59-A6C34878D82A}">
                    <a16:rowId xmlns:a16="http://schemas.microsoft.com/office/drawing/2014/main" val="738583576"/>
                  </a:ext>
                </a:extLst>
              </a:tr>
              <a:tr h="551871">
                <a:tc>
                  <a:txBody>
                    <a:bodyPr/>
                    <a:lstStyle/>
                    <a:p>
                      <a:pPr>
                        <a:buNone/>
                      </a:pPr>
                      <a:r>
                        <a:rPr lang="en-IN"/>
                        <a:t>FR-3.5</a:t>
                      </a:r>
                    </a:p>
                  </a:txBody>
                  <a:tcPr anchor="ctr"/>
                </a:tc>
                <a:tc>
                  <a:txBody>
                    <a:bodyPr/>
                    <a:lstStyle/>
                    <a:p>
                      <a:pPr>
                        <a:buNone/>
                      </a:pPr>
                      <a:r>
                        <a:rPr lang="en-IN"/>
                        <a:t>The system shall store the submitted proposal in the database.</a:t>
                      </a:r>
                    </a:p>
                  </a:txBody>
                  <a:tcPr anchor="ctr"/>
                </a:tc>
                <a:extLst>
                  <a:ext uri="{0D108BD9-81ED-4DB2-BD59-A6C34878D82A}">
                    <a16:rowId xmlns:a16="http://schemas.microsoft.com/office/drawing/2014/main" val="164249184"/>
                  </a:ext>
                </a:extLst>
              </a:tr>
              <a:tr h="788387">
                <a:tc>
                  <a:txBody>
                    <a:bodyPr/>
                    <a:lstStyle/>
                    <a:p>
                      <a:pPr>
                        <a:buNone/>
                      </a:pPr>
                      <a:r>
                        <a:rPr lang="en-IN"/>
                        <a:t>FR-3.6</a:t>
                      </a:r>
                    </a:p>
                  </a:txBody>
                  <a:tcPr anchor="ctr"/>
                </a:tc>
                <a:tc>
                  <a:txBody>
                    <a:bodyPr/>
                    <a:lstStyle/>
                    <a:p>
                      <a:pPr>
                        <a:buNone/>
                      </a:pPr>
                      <a:r>
                        <a:rPr lang="en-IN"/>
                        <a:t>The system shall assign an initial status such as </a:t>
                      </a:r>
                      <a:r>
                        <a:rPr lang="en-IN" b="1"/>
                        <a:t>Submitted/Pending Approval</a:t>
                      </a:r>
                      <a:r>
                        <a:rPr lang="en-IN"/>
                        <a:t> to the proposal.</a:t>
                      </a:r>
                    </a:p>
                  </a:txBody>
                  <a:tcPr anchor="ctr"/>
                </a:tc>
                <a:extLst>
                  <a:ext uri="{0D108BD9-81ED-4DB2-BD59-A6C34878D82A}">
                    <a16:rowId xmlns:a16="http://schemas.microsoft.com/office/drawing/2014/main" val="1800902573"/>
                  </a:ext>
                </a:extLst>
              </a:tr>
              <a:tr h="788387">
                <a:tc>
                  <a:txBody>
                    <a:bodyPr/>
                    <a:lstStyle/>
                    <a:p>
                      <a:pPr>
                        <a:buNone/>
                      </a:pPr>
                      <a:r>
                        <a:rPr lang="en-IN"/>
                        <a:t>FR-3.7</a:t>
                      </a:r>
                    </a:p>
                  </a:txBody>
                  <a:tcPr anchor="ctr"/>
                </a:tc>
                <a:tc>
                  <a:txBody>
                    <a:bodyPr/>
                    <a:lstStyle/>
                    <a:p>
                      <a:pPr>
                        <a:buNone/>
                      </a:pPr>
                      <a:r>
                        <a:rPr lang="en-IN" dirty="0"/>
                        <a:t>The system shall allow the Coach to view the status of their submitted proposal.</a:t>
                      </a:r>
                    </a:p>
                  </a:txBody>
                  <a:tcPr anchor="ctr"/>
                </a:tc>
                <a:extLst>
                  <a:ext uri="{0D108BD9-81ED-4DB2-BD59-A6C34878D82A}">
                    <a16:rowId xmlns:a16="http://schemas.microsoft.com/office/drawing/2014/main" val="2221854693"/>
                  </a:ext>
                </a:extLst>
              </a:tr>
            </a:tbl>
          </a:graphicData>
        </a:graphic>
      </p:graphicFrame>
    </p:spTree>
    <p:extLst>
      <p:ext uri="{BB962C8B-B14F-4D97-AF65-F5344CB8AC3E}">
        <p14:creationId xmlns:p14="http://schemas.microsoft.com/office/powerpoint/2010/main" val="42247076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a:extLst>
              <a:ext uri="{FF2B5EF4-FFF2-40B4-BE49-F238E27FC236}">
                <a16:creationId xmlns:a16="http://schemas.microsoft.com/office/drawing/2014/main" id="{D0CD7A96-2C54-8748-BBD8-414A712EE97B}"/>
              </a:ext>
            </a:extLst>
          </p:cNvPr>
          <p:cNvGraphicFramePr>
            <a:graphicFrameLocks noGrp="1"/>
          </p:cNvGraphicFramePr>
          <p:nvPr>
            <p:ph sz="half" idx="2"/>
            <p:extLst>
              <p:ext uri="{D42A27DB-BD31-4B8C-83A1-F6EECF244321}">
                <p14:modId xmlns:p14="http://schemas.microsoft.com/office/powerpoint/2010/main" val="813036684"/>
              </p:ext>
            </p:extLst>
          </p:nvPr>
        </p:nvGraphicFramePr>
        <p:xfrm>
          <a:off x="381000" y="247548"/>
          <a:ext cx="9067800" cy="6362904"/>
        </p:xfrm>
        <a:graphic>
          <a:graphicData uri="http://schemas.openxmlformats.org/drawingml/2006/table">
            <a:tbl>
              <a:tblPr>
                <a:tableStyleId>{5C22544A-7EE6-4342-B048-85BDC9FD1C3A}</a:tableStyleId>
              </a:tblPr>
              <a:tblGrid>
                <a:gridCol w="1321261">
                  <a:extLst>
                    <a:ext uri="{9D8B030D-6E8A-4147-A177-3AD203B41FA5}">
                      <a16:colId xmlns:a16="http://schemas.microsoft.com/office/drawing/2014/main" val="1891462549"/>
                    </a:ext>
                  </a:extLst>
                </a:gridCol>
                <a:gridCol w="7746539">
                  <a:extLst>
                    <a:ext uri="{9D8B030D-6E8A-4147-A177-3AD203B41FA5}">
                      <a16:colId xmlns:a16="http://schemas.microsoft.com/office/drawing/2014/main" val="1658652304"/>
                    </a:ext>
                  </a:extLst>
                </a:gridCol>
              </a:tblGrid>
              <a:tr h="336928">
                <a:tc>
                  <a:txBody>
                    <a:bodyPr/>
                    <a:lstStyle/>
                    <a:p>
                      <a:pPr>
                        <a:buNone/>
                      </a:pPr>
                      <a:r>
                        <a:rPr lang="en-IN"/>
                        <a:t>ID</a:t>
                      </a:r>
                    </a:p>
                  </a:txBody>
                  <a:tcPr anchor="ctr"/>
                </a:tc>
                <a:tc>
                  <a:txBody>
                    <a:bodyPr/>
                    <a:lstStyle/>
                    <a:p>
                      <a:pPr>
                        <a:buNone/>
                      </a:pPr>
                      <a:r>
                        <a:rPr lang="en-IN"/>
                        <a:t>Functional Requirement</a:t>
                      </a:r>
                    </a:p>
                  </a:txBody>
                  <a:tcPr anchor="ctr"/>
                </a:tc>
                <a:extLst>
                  <a:ext uri="{0D108BD9-81ED-4DB2-BD59-A6C34878D82A}">
                    <a16:rowId xmlns:a16="http://schemas.microsoft.com/office/drawing/2014/main" val="3325698058"/>
                  </a:ext>
                </a:extLst>
              </a:tr>
              <a:tr h="589623">
                <a:tc>
                  <a:txBody>
                    <a:bodyPr/>
                    <a:lstStyle/>
                    <a:p>
                      <a:pPr>
                        <a:buNone/>
                      </a:pPr>
                      <a:r>
                        <a:rPr lang="en-IN"/>
                        <a:t>FR-4.1</a:t>
                      </a:r>
                    </a:p>
                  </a:txBody>
                  <a:tcPr anchor="ctr"/>
                </a:tc>
                <a:tc>
                  <a:txBody>
                    <a:bodyPr/>
                    <a:lstStyle/>
                    <a:p>
                      <a:pPr>
                        <a:buNone/>
                      </a:pPr>
                      <a:r>
                        <a:rPr lang="en-IN"/>
                        <a:t>The system shall allow the Sports Coordinator to view submitted tournament proposals.</a:t>
                      </a:r>
                    </a:p>
                  </a:txBody>
                  <a:tcPr anchor="ctr"/>
                </a:tc>
                <a:extLst>
                  <a:ext uri="{0D108BD9-81ED-4DB2-BD59-A6C34878D82A}">
                    <a16:rowId xmlns:a16="http://schemas.microsoft.com/office/drawing/2014/main" val="2935240333"/>
                  </a:ext>
                </a:extLst>
              </a:tr>
              <a:tr h="589623">
                <a:tc>
                  <a:txBody>
                    <a:bodyPr/>
                    <a:lstStyle/>
                    <a:p>
                      <a:pPr>
                        <a:buNone/>
                      </a:pPr>
                      <a:r>
                        <a:rPr lang="en-IN"/>
                        <a:t>FR-4.2</a:t>
                      </a:r>
                    </a:p>
                  </a:txBody>
                  <a:tcPr anchor="ctr"/>
                </a:tc>
                <a:tc>
                  <a:txBody>
                    <a:bodyPr/>
                    <a:lstStyle/>
                    <a:p>
                      <a:pPr>
                        <a:buNone/>
                      </a:pPr>
                      <a:r>
                        <a:rPr lang="en-IN"/>
                        <a:t>The system shall allow the Sports Coordinator to check/review proposal details.</a:t>
                      </a:r>
                    </a:p>
                  </a:txBody>
                  <a:tcPr anchor="ctr"/>
                </a:tc>
                <a:extLst>
                  <a:ext uri="{0D108BD9-81ED-4DB2-BD59-A6C34878D82A}">
                    <a16:rowId xmlns:a16="http://schemas.microsoft.com/office/drawing/2014/main" val="3036432421"/>
                  </a:ext>
                </a:extLst>
              </a:tr>
              <a:tr h="589623">
                <a:tc>
                  <a:txBody>
                    <a:bodyPr/>
                    <a:lstStyle/>
                    <a:p>
                      <a:pPr>
                        <a:buNone/>
                      </a:pPr>
                      <a:r>
                        <a:rPr lang="en-IN"/>
                        <a:t>FR-4.3</a:t>
                      </a:r>
                    </a:p>
                  </a:txBody>
                  <a:tcPr anchor="ctr"/>
                </a:tc>
                <a:tc>
                  <a:txBody>
                    <a:bodyPr/>
                    <a:lstStyle/>
                    <a:p>
                      <a:pPr>
                        <a:buNone/>
                      </a:pPr>
                      <a:r>
                        <a:rPr lang="en-IN" dirty="0"/>
                        <a:t>The system shall allow the Sports Coordinator to forward the proposal to the PE/Administrator.</a:t>
                      </a:r>
                    </a:p>
                  </a:txBody>
                  <a:tcPr anchor="ctr"/>
                </a:tc>
                <a:extLst>
                  <a:ext uri="{0D108BD9-81ED-4DB2-BD59-A6C34878D82A}">
                    <a16:rowId xmlns:a16="http://schemas.microsoft.com/office/drawing/2014/main" val="523156106"/>
                  </a:ext>
                </a:extLst>
              </a:tr>
              <a:tr h="589623">
                <a:tc>
                  <a:txBody>
                    <a:bodyPr/>
                    <a:lstStyle/>
                    <a:p>
                      <a:pPr>
                        <a:buNone/>
                      </a:pPr>
                      <a:r>
                        <a:rPr lang="en-IN" dirty="0"/>
                        <a:t>FR-4.4</a:t>
                      </a:r>
                    </a:p>
                  </a:txBody>
                  <a:tcPr anchor="ctr"/>
                </a:tc>
                <a:tc>
                  <a:txBody>
                    <a:bodyPr/>
                    <a:lstStyle/>
                    <a:p>
                      <a:pPr>
                        <a:buNone/>
                      </a:pPr>
                      <a:r>
                        <a:rPr lang="en-IN"/>
                        <a:t>The system shall update the proposal status when it is forwarded.</a:t>
                      </a:r>
                    </a:p>
                  </a:txBody>
                  <a:tcPr anchor="ctr"/>
                </a:tc>
                <a:extLst>
                  <a:ext uri="{0D108BD9-81ED-4DB2-BD59-A6C34878D82A}">
                    <a16:rowId xmlns:a16="http://schemas.microsoft.com/office/drawing/2014/main" val="4215406498"/>
                  </a:ext>
                </a:extLst>
              </a:tr>
              <a:tr h="589623">
                <a:tc>
                  <a:txBody>
                    <a:bodyPr/>
                    <a:lstStyle/>
                    <a:p>
                      <a:pPr>
                        <a:buNone/>
                      </a:pPr>
                      <a:r>
                        <a:rPr lang="en-IN"/>
                        <a:t>FR-4.5</a:t>
                      </a:r>
                    </a:p>
                  </a:txBody>
                  <a:tcPr anchor="ctr"/>
                </a:tc>
                <a:tc>
                  <a:txBody>
                    <a:bodyPr/>
                    <a:lstStyle/>
                    <a:p>
                      <a:pPr>
                        <a:buNone/>
                      </a:pPr>
                      <a:r>
                        <a:rPr lang="en-IN" dirty="0"/>
                        <a:t>The system shall allow the PE/Administrator to view forwarded proposals.</a:t>
                      </a:r>
                    </a:p>
                  </a:txBody>
                  <a:tcPr anchor="ctr"/>
                </a:tc>
                <a:extLst>
                  <a:ext uri="{0D108BD9-81ED-4DB2-BD59-A6C34878D82A}">
                    <a16:rowId xmlns:a16="http://schemas.microsoft.com/office/drawing/2014/main" val="2638559658"/>
                  </a:ext>
                </a:extLst>
              </a:tr>
              <a:tr h="589623">
                <a:tc>
                  <a:txBody>
                    <a:bodyPr/>
                    <a:lstStyle/>
                    <a:p>
                      <a:pPr>
                        <a:buNone/>
                      </a:pPr>
                      <a:r>
                        <a:rPr lang="en-IN"/>
                        <a:t>FR-4.6</a:t>
                      </a:r>
                    </a:p>
                  </a:txBody>
                  <a:tcPr anchor="ctr"/>
                </a:tc>
                <a:tc>
                  <a:txBody>
                    <a:bodyPr/>
                    <a:lstStyle/>
                    <a:p>
                      <a:pPr>
                        <a:buNone/>
                      </a:pPr>
                      <a:r>
                        <a:rPr lang="en-IN" dirty="0"/>
                        <a:t>The system shall allow the PE/Administrator to approve a proposal.</a:t>
                      </a:r>
                    </a:p>
                  </a:txBody>
                  <a:tcPr anchor="ctr"/>
                </a:tc>
                <a:extLst>
                  <a:ext uri="{0D108BD9-81ED-4DB2-BD59-A6C34878D82A}">
                    <a16:rowId xmlns:a16="http://schemas.microsoft.com/office/drawing/2014/main" val="155738683"/>
                  </a:ext>
                </a:extLst>
              </a:tr>
              <a:tr h="589623">
                <a:tc>
                  <a:txBody>
                    <a:bodyPr/>
                    <a:lstStyle/>
                    <a:p>
                      <a:pPr>
                        <a:buNone/>
                      </a:pPr>
                      <a:r>
                        <a:rPr lang="en-IN"/>
                        <a:t>FR-4.7</a:t>
                      </a:r>
                    </a:p>
                  </a:txBody>
                  <a:tcPr anchor="ctr"/>
                </a:tc>
                <a:tc>
                  <a:txBody>
                    <a:bodyPr/>
                    <a:lstStyle/>
                    <a:p>
                      <a:pPr>
                        <a:buNone/>
                      </a:pPr>
                      <a:r>
                        <a:rPr lang="en-IN" dirty="0"/>
                        <a:t>The system shall allow the PE/Administrator to reject a proposal.</a:t>
                      </a:r>
                    </a:p>
                  </a:txBody>
                  <a:tcPr anchor="ctr"/>
                </a:tc>
                <a:extLst>
                  <a:ext uri="{0D108BD9-81ED-4DB2-BD59-A6C34878D82A}">
                    <a16:rowId xmlns:a16="http://schemas.microsoft.com/office/drawing/2014/main" val="3091905024"/>
                  </a:ext>
                </a:extLst>
              </a:tr>
              <a:tr h="589623">
                <a:tc>
                  <a:txBody>
                    <a:bodyPr/>
                    <a:lstStyle/>
                    <a:p>
                      <a:pPr>
                        <a:buNone/>
                      </a:pPr>
                      <a:r>
                        <a:rPr lang="en-IN" b="0" dirty="0"/>
                        <a:t>FR-4.8</a:t>
                      </a:r>
                      <a:r>
                        <a:rPr lang="en-IN" dirty="0"/>
                        <a:t> </a:t>
                      </a:r>
                      <a:endParaRPr lang="en-IN" b="1" dirty="0"/>
                    </a:p>
                  </a:txBody>
                  <a:tcPr anchor="ctr"/>
                </a:tc>
                <a:tc>
                  <a:txBody>
                    <a:bodyPr/>
                    <a:lstStyle/>
                    <a:p>
                      <a:pPr>
                        <a:buNone/>
                      </a:pPr>
                      <a:r>
                        <a:rPr lang="en-IN" dirty="0"/>
                        <a:t>The system shall record the approval/rejection decision and date.</a:t>
                      </a:r>
                    </a:p>
                  </a:txBody>
                  <a:tcPr anchor="ctr"/>
                </a:tc>
                <a:extLst>
                  <a:ext uri="{0D108BD9-81ED-4DB2-BD59-A6C34878D82A}">
                    <a16:rowId xmlns:a16="http://schemas.microsoft.com/office/drawing/2014/main" val="3977931356"/>
                  </a:ext>
                </a:extLst>
              </a:tr>
              <a:tr h="589623">
                <a:tc>
                  <a:txBody>
                    <a:bodyPr/>
                    <a:lstStyle/>
                    <a:p>
                      <a:pPr>
                        <a:buNone/>
                      </a:pPr>
                      <a:r>
                        <a:rPr lang="en-IN" dirty="0"/>
                        <a:t>FR-4.9</a:t>
                      </a:r>
                    </a:p>
                  </a:txBody>
                  <a:tcPr anchor="ctr"/>
                </a:tc>
                <a:tc>
                  <a:txBody>
                    <a:bodyPr/>
                    <a:lstStyle/>
                    <a:p>
                      <a:pPr>
                        <a:buNone/>
                      </a:pPr>
                      <a:r>
                        <a:rPr lang="en-IN" dirty="0"/>
                        <a:t>The system shall update the proposal status to Approved or Rejected.</a:t>
                      </a:r>
                    </a:p>
                  </a:txBody>
                  <a:tcPr anchor="ctr"/>
                </a:tc>
                <a:extLst>
                  <a:ext uri="{0D108BD9-81ED-4DB2-BD59-A6C34878D82A}">
                    <a16:rowId xmlns:a16="http://schemas.microsoft.com/office/drawing/2014/main" val="844611275"/>
                  </a:ext>
                </a:extLst>
              </a:tr>
              <a:tr h="589623">
                <a:tc>
                  <a:txBody>
                    <a:bodyPr/>
                    <a:lstStyle/>
                    <a:p>
                      <a:pPr>
                        <a:buNone/>
                      </a:pPr>
                      <a:r>
                        <a:rPr lang="en-IN" dirty="0"/>
                        <a:t>FR-4.10</a:t>
                      </a:r>
                    </a:p>
                  </a:txBody>
                  <a:tcPr anchor="ctr"/>
                </a:tc>
                <a:tc>
                  <a:txBody>
                    <a:bodyPr/>
                    <a:lstStyle/>
                    <a:p>
                      <a:pPr>
                        <a:buNone/>
                      </a:pPr>
                      <a:r>
                        <a:rPr lang="en-IN" dirty="0"/>
                        <a:t>The system shall notify the Coach about the approval decision.</a:t>
                      </a:r>
                    </a:p>
                  </a:txBody>
                  <a:tcPr anchor="ctr"/>
                </a:tc>
                <a:extLst>
                  <a:ext uri="{0D108BD9-81ED-4DB2-BD59-A6C34878D82A}">
                    <a16:rowId xmlns:a16="http://schemas.microsoft.com/office/drawing/2014/main" val="3833643704"/>
                  </a:ext>
                </a:extLst>
              </a:tr>
            </a:tbl>
          </a:graphicData>
        </a:graphic>
      </p:graphicFrame>
    </p:spTree>
    <p:extLst>
      <p:ext uri="{BB962C8B-B14F-4D97-AF65-F5344CB8AC3E}">
        <p14:creationId xmlns:p14="http://schemas.microsoft.com/office/powerpoint/2010/main" val="6790969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F0187E-C891-4506-1AD5-AAEC3DD4F8AA}"/>
              </a:ext>
            </a:extLst>
          </p:cNvPr>
          <p:cNvSpPr>
            <a:spLocks noGrp="1"/>
          </p:cNvSpPr>
          <p:nvPr>
            <p:ph type="title"/>
          </p:nvPr>
        </p:nvSpPr>
        <p:spPr>
          <a:xfrm>
            <a:off x="3962400" y="209046"/>
            <a:ext cx="5601081" cy="369332"/>
          </a:xfrm>
        </p:spPr>
        <p:txBody>
          <a:bodyPr/>
          <a:lstStyle/>
          <a:p>
            <a:r>
              <a:rPr lang="en-IN" dirty="0"/>
              <a:t>Non-Functional Requirements</a:t>
            </a:r>
          </a:p>
        </p:txBody>
      </p:sp>
      <p:sp>
        <p:nvSpPr>
          <p:cNvPr id="3" name="Content Placeholder 2">
            <a:extLst>
              <a:ext uri="{FF2B5EF4-FFF2-40B4-BE49-F238E27FC236}">
                <a16:creationId xmlns:a16="http://schemas.microsoft.com/office/drawing/2014/main" id="{25E9C006-F521-26F7-1C1E-CABC844E042E}"/>
              </a:ext>
            </a:extLst>
          </p:cNvPr>
          <p:cNvSpPr>
            <a:spLocks noGrp="1"/>
          </p:cNvSpPr>
          <p:nvPr>
            <p:ph sz="half" idx="2"/>
          </p:nvPr>
        </p:nvSpPr>
        <p:spPr>
          <a:xfrm>
            <a:off x="533400" y="990600"/>
            <a:ext cx="5303520" cy="5816977"/>
          </a:xfrm>
        </p:spPr>
        <p:txBody>
          <a:bodyPr/>
          <a:lstStyle/>
          <a:p>
            <a:r>
              <a:rPr lang="en-IN" b="1" dirty="0"/>
              <a:t>Performance</a:t>
            </a:r>
          </a:p>
          <a:p>
            <a:pPr lvl="0"/>
            <a:r>
              <a:rPr lang="en-IN" dirty="0"/>
              <a:t>The system should provide fast page loading and response times. </a:t>
            </a:r>
          </a:p>
          <a:p>
            <a:pPr lvl="0"/>
            <a:r>
              <a:rPr lang="en-IN" dirty="0"/>
              <a:t>The system should support multiple users accessing it simultaneously. </a:t>
            </a:r>
          </a:p>
          <a:p>
            <a:r>
              <a:rPr lang="en-IN" b="1" dirty="0"/>
              <a:t>Security</a:t>
            </a:r>
          </a:p>
          <a:p>
            <a:pPr lvl="0"/>
            <a:r>
              <a:rPr lang="en-IN" dirty="0"/>
              <a:t>The system should securely store passwords and protect user data. </a:t>
            </a:r>
          </a:p>
          <a:p>
            <a:pPr lvl="0"/>
            <a:r>
              <a:rPr lang="en-IN" dirty="0"/>
              <a:t>The system should enforce role-based access and prevent unauthorized access. </a:t>
            </a:r>
          </a:p>
          <a:p>
            <a:r>
              <a:rPr lang="en-IN" b="1" dirty="0"/>
              <a:t>Reliability</a:t>
            </a:r>
          </a:p>
          <a:p>
            <a:pPr lvl="0"/>
            <a:r>
              <a:rPr lang="en-IN" dirty="0"/>
              <a:t>The system should maintain accurate and consistent data. </a:t>
            </a:r>
          </a:p>
          <a:p>
            <a:pPr lvl="0"/>
            <a:r>
              <a:rPr lang="en-IN" dirty="0"/>
              <a:t>The system should handle errors without losing submitted information. </a:t>
            </a:r>
          </a:p>
          <a:p>
            <a:r>
              <a:rPr lang="en-IN" b="1" dirty="0"/>
              <a:t>Usability</a:t>
            </a:r>
          </a:p>
          <a:p>
            <a:pPr lvl="0"/>
            <a:r>
              <a:rPr lang="en-IN" dirty="0"/>
              <a:t>The system should provide a simple and user-friendly interface. </a:t>
            </a:r>
          </a:p>
          <a:p>
            <a:pPr lvl="0"/>
            <a:r>
              <a:rPr lang="en-IN" dirty="0"/>
              <a:t>The system should provide clear navigation, validation, and error messages.</a:t>
            </a:r>
          </a:p>
          <a:p>
            <a:endParaRPr lang="en-IN" dirty="0"/>
          </a:p>
        </p:txBody>
      </p:sp>
      <p:sp>
        <p:nvSpPr>
          <p:cNvPr id="4" name="Content Placeholder 3">
            <a:extLst>
              <a:ext uri="{FF2B5EF4-FFF2-40B4-BE49-F238E27FC236}">
                <a16:creationId xmlns:a16="http://schemas.microsoft.com/office/drawing/2014/main" id="{FE2E4D60-3C5C-B577-5FC9-547A12D3BF67}"/>
              </a:ext>
            </a:extLst>
          </p:cNvPr>
          <p:cNvSpPr>
            <a:spLocks noGrp="1"/>
          </p:cNvSpPr>
          <p:nvPr>
            <p:ph sz="half" idx="3"/>
          </p:nvPr>
        </p:nvSpPr>
        <p:spPr>
          <a:xfrm>
            <a:off x="6100823" y="990600"/>
            <a:ext cx="5303520" cy="5334000"/>
          </a:xfrm>
        </p:spPr>
        <p:txBody>
          <a:bodyPr/>
          <a:lstStyle/>
          <a:p>
            <a:r>
              <a:rPr lang="en-IN" b="1" dirty="0"/>
              <a:t>Maintainability</a:t>
            </a:r>
          </a:p>
          <a:p>
            <a:pPr lvl="0"/>
            <a:r>
              <a:rPr lang="en-IN" dirty="0"/>
              <a:t>The system should use a modular and well-structured design. </a:t>
            </a:r>
          </a:p>
          <a:p>
            <a:pPr lvl="0"/>
            <a:r>
              <a:rPr lang="en-IN" dirty="0"/>
              <a:t>The system should be easy to maintain and extend with future modules. </a:t>
            </a:r>
          </a:p>
          <a:p>
            <a:r>
              <a:rPr lang="en-IN" b="1" dirty="0"/>
              <a:t>Scalability</a:t>
            </a:r>
          </a:p>
          <a:p>
            <a:pPr lvl="0"/>
            <a:r>
              <a:rPr lang="en-IN" dirty="0"/>
              <a:t>The system should support an increasing number of users and records. </a:t>
            </a:r>
          </a:p>
          <a:p>
            <a:pPr lvl="0"/>
            <a:r>
              <a:rPr lang="en-IN" dirty="0"/>
              <a:t>The system should allow new modules and roles to be added easily. </a:t>
            </a:r>
          </a:p>
          <a:p>
            <a:r>
              <a:rPr lang="en-IN" b="1" dirty="0"/>
              <a:t>Compatibility</a:t>
            </a:r>
          </a:p>
          <a:p>
            <a:pPr lvl="0"/>
            <a:r>
              <a:rPr lang="en-IN" dirty="0"/>
              <a:t>The system should work on modern web browsers. </a:t>
            </a:r>
          </a:p>
          <a:p>
            <a:pPr lvl="0"/>
            <a:r>
              <a:rPr lang="en-IN" dirty="0"/>
              <a:t>The system should be responsive on desktop, tablet, and mobile devices. </a:t>
            </a:r>
          </a:p>
          <a:p>
            <a:r>
              <a:rPr lang="en-IN" b="1" dirty="0"/>
              <a:t>Data Integrity</a:t>
            </a:r>
          </a:p>
          <a:p>
            <a:pPr lvl="0"/>
            <a:r>
              <a:rPr lang="en-IN" dirty="0"/>
              <a:t>The system should maintain accurate user, facility, and tournament proposal data. </a:t>
            </a:r>
          </a:p>
          <a:p>
            <a:pPr lvl="0"/>
            <a:r>
              <a:rPr lang="en-IN" dirty="0"/>
              <a:t>The system should correctly maintain proposal status and approval decisions.</a:t>
            </a:r>
          </a:p>
        </p:txBody>
      </p:sp>
    </p:spTree>
    <p:extLst>
      <p:ext uri="{BB962C8B-B14F-4D97-AF65-F5344CB8AC3E}">
        <p14:creationId xmlns:p14="http://schemas.microsoft.com/office/powerpoint/2010/main" val="6674971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BC536CDA-6177-0D85-BCAA-A5E7E363C7E5}"/>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105369" y="59271"/>
            <a:ext cx="11981261" cy="6739457"/>
          </a:xfrm>
          <a:prstGeom prst="rect">
            <a:avLst/>
          </a:prstGeom>
        </p:spPr>
      </p:pic>
    </p:spTree>
    <p:extLst>
      <p:ext uri="{BB962C8B-B14F-4D97-AF65-F5344CB8AC3E}">
        <p14:creationId xmlns:p14="http://schemas.microsoft.com/office/powerpoint/2010/main" val="39145095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4E84B9-068B-EC25-27DC-6A73AFE7998E}"/>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499AFDA8-BCA4-3338-D7F7-B8F19677946F}"/>
              </a:ext>
            </a:extLst>
          </p:cNvPr>
          <p:cNvSpPr>
            <a:spLocks noGrp="1"/>
          </p:cNvSpPr>
          <p:nvPr>
            <p:ph sz="half" idx="2"/>
          </p:nvPr>
        </p:nvSpPr>
        <p:spPr/>
        <p:txBody>
          <a:bodyPr/>
          <a:lstStyle/>
          <a:p>
            <a:endParaRPr lang="en-IN"/>
          </a:p>
        </p:txBody>
      </p:sp>
      <p:sp>
        <p:nvSpPr>
          <p:cNvPr id="4" name="Content Placeholder 3">
            <a:extLst>
              <a:ext uri="{FF2B5EF4-FFF2-40B4-BE49-F238E27FC236}">
                <a16:creationId xmlns:a16="http://schemas.microsoft.com/office/drawing/2014/main" id="{A2BC0060-3F51-E7AA-F5B3-B2B308F0FB2C}"/>
              </a:ext>
            </a:extLst>
          </p:cNvPr>
          <p:cNvSpPr>
            <a:spLocks noGrp="1"/>
          </p:cNvSpPr>
          <p:nvPr>
            <p:ph sz="half" idx="3"/>
          </p:nvPr>
        </p:nvSpPr>
        <p:spPr/>
        <p:txBody>
          <a:bodyPr/>
          <a:lstStyle/>
          <a:p>
            <a:endParaRPr lang="en-IN"/>
          </a:p>
        </p:txBody>
      </p:sp>
      <p:pic>
        <p:nvPicPr>
          <p:cNvPr id="6" name="Picture 5">
            <a:extLst>
              <a:ext uri="{FF2B5EF4-FFF2-40B4-BE49-F238E27FC236}">
                <a16:creationId xmlns:a16="http://schemas.microsoft.com/office/drawing/2014/main" id="{C905E704-8F29-1EB3-8319-608D2FDD253E}"/>
              </a:ext>
            </a:extLst>
          </p:cNvPr>
          <p:cNvPicPr>
            <a:picLocks noChangeAspect="1"/>
          </p:cNvPicPr>
          <p:nvPr/>
        </p:nvPicPr>
        <p:blipFill>
          <a:blip r:embed="rId2"/>
          <a:stretch>
            <a:fillRect/>
          </a:stretch>
        </p:blipFill>
        <p:spPr>
          <a:xfrm>
            <a:off x="0" y="238450"/>
            <a:ext cx="12192000" cy="6381099"/>
          </a:xfrm>
          <a:prstGeom prst="rect">
            <a:avLst/>
          </a:prstGeom>
        </p:spPr>
      </p:pic>
    </p:spTree>
    <p:extLst>
      <p:ext uri="{BB962C8B-B14F-4D97-AF65-F5344CB8AC3E}">
        <p14:creationId xmlns:p14="http://schemas.microsoft.com/office/powerpoint/2010/main" val="3744713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77793" y="833696"/>
            <a:ext cx="1963420" cy="512445"/>
          </a:xfrm>
          <a:prstGeom prst="rect">
            <a:avLst/>
          </a:prstGeom>
        </p:spPr>
        <p:txBody>
          <a:bodyPr vert="horz" wrap="square" lIns="0" tIns="12065" rIns="0" bIns="0" rtlCol="0">
            <a:spAutoFit/>
          </a:bodyPr>
          <a:lstStyle/>
          <a:p>
            <a:pPr marL="12700">
              <a:lnSpc>
                <a:spcPct val="100000"/>
              </a:lnSpc>
              <a:spcBef>
                <a:spcPts val="95"/>
              </a:spcBef>
            </a:pPr>
            <a:r>
              <a:rPr sz="3200" b="1" dirty="0">
                <a:latin typeface="Ebrima"/>
                <a:cs typeface="Ebrima"/>
              </a:rPr>
              <a:t>SPRINT</a:t>
            </a:r>
            <a:r>
              <a:rPr sz="3200" b="1" spc="235" dirty="0">
                <a:latin typeface="Ebrima"/>
                <a:cs typeface="Ebrima"/>
              </a:rPr>
              <a:t> </a:t>
            </a:r>
            <a:r>
              <a:rPr sz="3200" b="1" spc="-25" dirty="0">
                <a:latin typeface="Ebrima"/>
                <a:cs typeface="Ebrima"/>
              </a:rPr>
              <a:t>2:</a:t>
            </a:r>
            <a:endParaRPr sz="3200" dirty="0">
              <a:latin typeface="Ebrima"/>
              <a:cs typeface="Ebrima"/>
            </a:endParaRPr>
          </a:p>
        </p:txBody>
      </p:sp>
      <p:sp>
        <p:nvSpPr>
          <p:cNvPr id="3" name="object 3"/>
          <p:cNvSpPr txBox="1"/>
          <p:nvPr/>
        </p:nvSpPr>
        <p:spPr>
          <a:xfrm>
            <a:off x="1066800" y="1926273"/>
            <a:ext cx="10951972" cy="1243930"/>
          </a:xfrm>
          <a:prstGeom prst="rect">
            <a:avLst/>
          </a:prstGeom>
        </p:spPr>
        <p:txBody>
          <a:bodyPr vert="horz" wrap="square" lIns="0" tIns="12700" rIns="0" bIns="0" rtlCol="0">
            <a:spAutoFit/>
          </a:bodyPr>
          <a:lstStyle/>
          <a:p>
            <a:r>
              <a:rPr lang="en-IN" sz="2000" b="1" dirty="0"/>
              <a:t>Sprint 2 Goal</a:t>
            </a:r>
          </a:p>
          <a:p>
            <a:r>
              <a:rPr lang="en-IN" sz="2000" dirty="0"/>
              <a:t>	“To implement the core tournament participation workflow by enabling approved tournament management, separate registration processes for Internal and External Students, and team registration approval.”</a:t>
            </a:r>
          </a:p>
        </p:txBody>
      </p:sp>
      <p:sp>
        <p:nvSpPr>
          <p:cNvPr id="6" name="TextBox 5">
            <a:extLst>
              <a:ext uri="{FF2B5EF4-FFF2-40B4-BE49-F238E27FC236}">
                <a16:creationId xmlns:a16="http://schemas.microsoft.com/office/drawing/2014/main" id="{62BAFD22-D288-D57D-3646-9CA87ED188E0}"/>
              </a:ext>
            </a:extLst>
          </p:cNvPr>
          <p:cNvSpPr txBox="1"/>
          <p:nvPr/>
        </p:nvSpPr>
        <p:spPr>
          <a:xfrm>
            <a:off x="969772" y="3810000"/>
            <a:ext cx="11049000" cy="1323439"/>
          </a:xfrm>
          <a:prstGeom prst="rect">
            <a:avLst/>
          </a:prstGeom>
          <a:noFill/>
        </p:spPr>
        <p:txBody>
          <a:bodyPr wrap="square">
            <a:spAutoFit/>
          </a:bodyPr>
          <a:lstStyle/>
          <a:p>
            <a:r>
              <a:rPr lang="en-IN" sz="2000" b="1" dirty="0"/>
              <a:t>Sprint 2 Outcome</a:t>
            </a:r>
          </a:p>
          <a:p>
            <a:r>
              <a:rPr lang="en-IN" sz="2000" dirty="0"/>
              <a:t>	“Sprint 2 establishes the tournament participation workflow, allowing authorized users to manage approved tournaments, Internal and External Students to register for tournaments, and submitted team registrations to be reviewed, approved, or rejected by authorized users.”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a:extLst>
              <a:ext uri="{FF2B5EF4-FFF2-40B4-BE49-F238E27FC236}">
                <a16:creationId xmlns:a16="http://schemas.microsoft.com/office/drawing/2014/main" id="{69C2B0E2-7522-54C7-381C-FFDA90EF6ABA}"/>
              </a:ext>
            </a:extLst>
          </p:cNvPr>
          <p:cNvGraphicFramePr>
            <a:graphicFrameLocks noGrp="1"/>
          </p:cNvGraphicFramePr>
          <p:nvPr>
            <p:ph sz="half" idx="2"/>
            <p:extLst>
              <p:ext uri="{D42A27DB-BD31-4B8C-83A1-F6EECF244321}">
                <p14:modId xmlns:p14="http://schemas.microsoft.com/office/powerpoint/2010/main" val="2246936233"/>
              </p:ext>
            </p:extLst>
          </p:nvPr>
        </p:nvGraphicFramePr>
        <p:xfrm>
          <a:off x="1066800" y="914400"/>
          <a:ext cx="9829800" cy="5386851"/>
        </p:xfrm>
        <a:graphic>
          <a:graphicData uri="http://schemas.openxmlformats.org/drawingml/2006/table">
            <a:tbl>
              <a:tblPr>
                <a:tableStyleId>{5C22544A-7EE6-4342-B048-85BDC9FD1C3A}</a:tableStyleId>
              </a:tblPr>
              <a:tblGrid>
                <a:gridCol w="2539365">
                  <a:extLst>
                    <a:ext uri="{9D8B030D-6E8A-4147-A177-3AD203B41FA5}">
                      <a16:colId xmlns:a16="http://schemas.microsoft.com/office/drawing/2014/main" val="2335454727"/>
                    </a:ext>
                  </a:extLst>
                </a:gridCol>
                <a:gridCol w="5897880">
                  <a:extLst>
                    <a:ext uri="{9D8B030D-6E8A-4147-A177-3AD203B41FA5}">
                      <a16:colId xmlns:a16="http://schemas.microsoft.com/office/drawing/2014/main" val="1688323952"/>
                    </a:ext>
                  </a:extLst>
                </a:gridCol>
                <a:gridCol w="1392555">
                  <a:extLst>
                    <a:ext uri="{9D8B030D-6E8A-4147-A177-3AD203B41FA5}">
                      <a16:colId xmlns:a16="http://schemas.microsoft.com/office/drawing/2014/main" val="130310040"/>
                    </a:ext>
                  </a:extLst>
                </a:gridCol>
              </a:tblGrid>
              <a:tr h="454621">
                <a:tc>
                  <a:txBody>
                    <a:bodyPr/>
                    <a:lstStyle/>
                    <a:p>
                      <a:pPr>
                        <a:buNone/>
                      </a:pPr>
                      <a:r>
                        <a:rPr lang="en-IN" sz="2000"/>
                        <a:t>Backlog Item</a:t>
                      </a:r>
                    </a:p>
                  </a:txBody>
                  <a:tcPr marL="57028" marR="57028" marT="28514" marB="28514" anchor="ctr"/>
                </a:tc>
                <a:tc>
                  <a:txBody>
                    <a:bodyPr/>
                    <a:lstStyle/>
                    <a:p>
                      <a:pPr>
                        <a:buNone/>
                      </a:pPr>
                      <a:r>
                        <a:rPr lang="en-IN" sz="2000" dirty="0"/>
                        <a:t>Description</a:t>
                      </a:r>
                    </a:p>
                  </a:txBody>
                  <a:tcPr marL="57028" marR="57028" marT="28514" marB="28514" anchor="ctr"/>
                </a:tc>
                <a:tc>
                  <a:txBody>
                    <a:bodyPr/>
                    <a:lstStyle/>
                    <a:p>
                      <a:pPr>
                        <a:buNone/>
                      </a:pPr>
                      <a:r>
                        <a:rPr lang="en-US" sz="2000" dirty="0"/>
                        <a:t>Story Points</a:t>
                      </a:r>
                      <a:endParaRPr lang="en-IN" sz="2000" dirty="0"/>
                    </a:p>
                  </a:txBody>
                  <a:tcPr marL="57028" marR="57028" marT="28514" marB="28514" anchor="ctr"/>
                </a:tc>
                <a:extLst>
                  <a:ext uri="{0D108BD9-81ED-4DB2-BD59-A6C34878D82A}">
                    <a16:rowId xmlns:a16="http://schemas.microsoft.com/office/drawing/2014/main" val="3587579336"/>
                  </a:ext>
                </a:extLst>
              </a:tr>
              <a:tr h="1090078">
                <a:tc>
                  <a:txBody>
                    <a:bodyPr/>
                    <a:lstStyle/>
                    <a:p>
                      <a:pPr>
                        <a:buNone/>
                      </a:pPr>
                      <a:r>
                        <a:rPr lang="en-IN" sz="2000" dirty="0"/>
                        <a:t>Tournament Management</a:t>
                      </a:r>
                    </a:p>
                  </a:txBody>
                  <a:tcPr marL="57028" marR="57028" marT="28514" marB="28514" anchor="ctr"/>
                </a:tc>
                <a:tc>
                  <a:txBody>
                    <a:bodyPr/>
                    <a:lstStyle/>
                    <a:p>
                      <a:pPr>
                        <a:buNone/>
                      </a:pPr>
                      <a:r>
                        <a:rPr lang="en-IN" sz="2000" dirty="0"/>
                        <a:t>Manage approved tournaments, including tournament details, dates, venues, status, and participating teams.</a:t>
                      </a:r>
                    </a:p>
                  </a:txBody>
                  <a:tcPr marL="57028" marR="57028" marT="28514" marB="28514" anchor="ctr"/>
                </a:tc>
                <a:tc>
                  <a:txBody>
                    <a:bodyPr/>
                    <a:lstStyle/>
                    <a:p>
                      <a:pPr>
                        <a:buNone/>
                      </a:pPr>
                      <a:r>
                        <a:rPr lang="en-US" sz="2000" dirty="0"/>
                        <a:t>8</a:t>
                      </a:r>
                      <a:endParaRPr lang="en-IN" sz="2000" dirty="0"/>
                    </a:p>
                  </a:txBody>
                  <a:tcPr marL="57028" marR="57028" marT="28514" marB="28514" anchor="ctr"/>
                </a:tc>
                <a:extLst>
                  <a:ext uri="{0D108BD9-81ED-4DB2-BD59-A6C34878D82A}">
                    <a16:rowId xmlns:a16="http://schemas.microsoft.com/office/drawing/2014/main" val="761562402"/>
                  </a:ext>
                </a:extLst>
              </a:tr>
              <a:tr h="1090078">
                <a:tc>
                  <a:txBody>
                    <a:bodyPr/>
                    <a:lstStyle/>
                    <a:p>
                      <a:pPr>
                        <a:buNone/>
                      </a:pPr>
                      <a:r>
                        <a:rPr lang="en-IN" sz="2000" dirty="0"/>
                        <a:t>Internal Student Registration</a:t>
                      </a:r>
                    </a:p>
                  </a:txBody>
                  <a:tcPr marL="57028" marR="57028" marT="28514" marB="28514" anchor="ctr"/>
                </a:tc>
                <a:tc>
                  <a:txBody>
                    <a:bodyPr/>
                    <a:lstStyle/>
                    <a:p>
                      <a:pPr>
                        <a:buNone/>
                      </a:pPr>
                      <a:r>
                        <a:rPr lang="en-IN" sz="2000"/>
                        <a:t>Allow internal students to register for tournaments using their authenticated accounts.</a:t>
                      </a:r>
                    </a:p>
                  </a:txBody>
                  <a:tcPr marL="57028" marR="57028" marT="28514" marB="28514" anchor="ctr"/>
                </a:tc>
                <a:tc>
                  <a:txBody>
                    <a:bodyPr/>
                    <a:lstStyle/>
                    <a:p>
                      <a:pPr>
                        <a:buNone/>
                      </a:pPr>
                      <a:r>
                        <a:rPr lang="en-US" sz="2000" dirty="0"/>
                        <a:t>5</a:t>
                      </a:r>
                      <a:endParaRPr lang="en-IN" sz="2000" dirty="0"/>
                    </a:p>
                  </a:txBody>
                  <a:tcPr marL="57028" marR="57028" marT="28514" marB="28514" anchor="ctr"/>
                </a:tc>
                <a:extLst>
                  <a:ext uri="{0D108BD9-81ED-4DB2-BD59-A6C34878D82A}">
                    <a16:rowId xmlns:a16="http://schemas.microsoft.com/office/drawing/2014/main" val="4184659129"/>
                  </a:ext>
                </a:extLst>
              </a:tr>
              <a:tr h="1090078">
                <a:tc>
                  <a:txBody>
                    <a:bodyPr/>
                    <a:lstStyle/>
                    <a:p>
                      <a:pPr>
                        <a:buNone/>
                      </a:pPr>
                      <a:r>
                        <a:rPr lang="en-IN" sz="2000"/>
                        <a:t>External Student Registration</a:t>
                      </a:r>
                    </a:p>
                  </a:txBody>
                  <a:tcPr marL="57028" marR="57028" marT="28514" marB="28514" anchor="ctr"/>
                </a:tc>
                <a:tc>
                  <a:txBody>
                    <a:bodyPr/>
                    <a:lstStyle/>
                    <a:p>
                      <a:pPr>
                        <a:buNone/>
                      </a:pPr>
                      <a:r>
                        <a:rPr lang="en-IN" sz="2000" dirty="0"/>
                        <a:t>Allow external students to register for tournaments through a tournament registration link.</a:t>
                      </a:r>
                    </a:p>
                  </a:txBody>
                  <a:tcPr marL="57028" marR="57028" marT="28514" marB="28514" anchor="ctr"/>
                </a:tc>
                <a:tc>
                  <a:txBody>
                    <a:bodyPr/>
                    <a:lstStyle/>
                    <a:p>
                      <a:pPr>
                        <a:buNone/>
                      </a:pPr>
                      <a:r>
                        <a:rPr lang="en-US" sz="2000" dirty="0"/>
                        <a:t>5</a:t>
                      </a:r>
                      <a:endParaRPr lang="en-IN" sz="2000" dirty="0"/>
                    </a:p>
                  </a:txBody>
                  <a:tcPr marL="57028" marR="57028" marT="28514" marB="28514" anchor="ctr"/>
                </a:tc>
                <a:extLst>
                  <a:ext uri="{0D108BD9-81ED-4DB2-BD59-A6C34878D82A}">
                    <a16:rowId xmlns:a16="http://schemas.microsoft.com/office/drawing/2014/main" val="1745151089"/>
                  </a:ext>
                </a:extLst>
              </a:tr>
              <a:tr h="830998">
                <a:tc>
                  <a:txBody>
                    <a:bodyPr/>
                    <a:lstStyle/>
                    <a:p>
                      <a:pPr>
                        <a:buNone/>
                      </a:pPr>
                      <a:r>
                        <a:rPr lang="en-IN" sz="2000"/>
                        <a:t>Team Registration Approval</a:t>
                      </a:r>
                    </a:p>
                  </a:txBody>
                  <a:tcPr marL="57028" marR="57028" marT="28514" marB="28514" anchor="ctr"/>
                </a:tc>
                <a:tc>
                  <a:txBody>
                    <a:bodyPr/>
                    <a:lstStyle/>
                    <a:p>
                      <a:pPr>
                        <a:buNone/>
                      </a:pPr>
                      <a:r>
                        <a:rPr lang="en-IN" sz="2000" dirty="0"/>
                        <a:t>Allow authorized users to review, approve, or reject submitted team registrations.</a:t>
                      </a:r>
                    </a:p>
                  </a:txBody>
                  <a:tcPr marL="57028" marR="57028" marT="28514" marB="28514" anchor="ctr"/>
                </a:tc>
                <a:tc>
                  <a:txBody>
                    <a:bodyPr/>
                    <a:lstStyle/>
                    <a:p>
                      <a:pPr>
                        <a:buNone/>
                      </a:pPr>
                      <a:r>
                        <a:rPr lang="en-US" sz="2000" dirty="0"/>
                        <a:t>5</a:t>
                      </a:r>
                      <a:endParaRPr lang="en-IN" sz="2000" dirty="0"/>
                    </a:p>
                  </a:txBody>
                  <a:tcPr marL="57028" marR="57028" marT="28514" marB="28514" anchor="ctr"/>
                </a:tc>
                <a:extLst>
                  <a:ext uri="{0D108BD9-81ED-4DB2-BD59-A6C34878D82A}">
                    <a16:rowId xmlns:a16="http://schemas.microsoft.com/office/drawing/2014/main" val="2950536856"/>
                  </a:ext>
                </a:extLst>
              </a:tr>
              <a:tr h="830998">
                <a:tc>
                  <a:txBody>
                    <a:bodyPr/>
                    <a:lstStyle/>
                    <a:p>
                      <a:pPr>
                        <a:buNone/>
                      </a:pPr>
                      <a:endParaRPr lang="en-IN" sz="2000" dirty="0"/>
                    </a:p>
                  </a:txBody>
                  <a:tcPr marL="57028" marR="57028" marT="28514" marB="28514" anchor="ctr"/>
                </a:tc>
                <a:tc>
                  <a:txBody>
                    <a:bodyPr/>
                    <a:lstStyle/>
                    <a:p>
                      <a:pPr algn="r">
                        <a:buNone/>
                      </a:pPr>
                      <a:r>
                        <a:rPr lang="en-US" sz="2000" dirty="0"/>
                        <a:t>Average</a:t>
                      </a:r>
                      <a:endParaRPr lang="en-IN" sz="2000" dirty="0"/>
                    </a:p>
                  </a:txBody>
                  <a:tcPr marL="57028" marR="57028" marT="28514" marB="28514" anchor="ctr"/>
                </a:tc>
                <a:tc>
                  <a:txBody>
                    <a:bodyPr/>
                    <a:lstStyle/>
                    <a:p>
                      <a:pPr>
                        <a:buNone/>
                      </a:pPr>
                      <a:r>
                        <a:rPr lang="en-US" sz="2000" dirty="0"/>
                        <a:t>5.75</a:t>
                      </a:r>
                      <a:endParaRPr lang="en-IN" sz="2000" dirty="0"/>
                    </a:p>
                  </a:txBody>
                  <a:tcPr marL="57028" marR="57028" marT="28514" marB="28514" anchor="ctr"/>
                </a:tc>
                <a:extLst>
                  <a:ext uri="{0D108BD9-81ED-4DB2-BD59-A6C34878D82A}">
                    <a16:rowId xmlns:a16="http://schemas.microsoft.com/office/drawing/2014/main" val="3784026943"/>
                  </a:ext>
                </a:extLst>
              </a:tr>
            </a:tbl>
          </a:graphicData>
        </a:graphic>
      </p:graphicFrame>
      <p:sp>
        <p:nvSpPr>
          <p:cNvPr id="3" name="TextBox 2">
            <a:extLst>
              <a:ext uri="{FF2B5EF4-FFF2-40B4-BE49-F238E27FC236}">
                <a16:creationId xmlns:a16="http://schemas.microsoft.com/office/drawing/2014/main" id="{28D7B19D-0AF2-C56C-5446-C93F9013506E}"/>
              </a:ext>
            </a:extLst>
          </p:cNvPr>
          <p:cNvSpPr txBox="1"/>
          <p:nvPr/>
        </p:nvSpPr>
        <p:spPr>
          <a:xfrm>
            <a:off x="304800" y="392668"/>
            <a:ext cx="2005677" cy="369332"/>
          </a:xfrm>
          <a:prstGeom prst="rect">
            <a:avLst/>
          </a:prstGeom>
          <a:noFill/>
        </p:spPr>
        <p:txBody>
          <a:bodyPr wrap="none" rtlCol="0">
            <a:spAutoFit/>
          </a:bodyPr>
          <a:lstStyle/>
          <a:p>
            <a:r>
              <a:rPr lang="en-US" b="1" dirty="0"/>
              <a:t>Sprint 2 Backlog</a:t>
            </a:r>
            <a:endParaRPr lang="en-IN" b="1" dirty="0"/>
          </a:p>
        </p:txBody>
      </p:sp>
    </p:spTree>
    <p:extLst>
      <p:ext uri="{BB962C8B-B14F-4D97-AF65-F5344CB8AC3E}">
        <p14:creationId xmlns:p14="http://schemas.microsoft.com/office/powerpoint/2010/main" val="23115788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F77016-AF1D-9125-3E5F-EFFB08FCB493}"/>
              </a:ext>
            </a:extLst>
          </p:cNvPr>
          <p:cNvSpPr>
            <a:spLocks noGrp="1"/>
          </p:cNvSpPr>
          <p:nvPr>
            <p:ph type="title"/>
          </p:nvPr>
        </p:nvSpPr>
        <p:spPr>
          <a:xfrm>
            <a:off x="494919" y="762000"/>
            <a:ext cx="5601081" cy="369332"/>
          </a:xfrm>
        </p:spPr>
        <p:txBody>
          <a:bodyPr/>
          <a:lstStyle/>
          <a:p>
            <a:r>
              <a:rPr lang="en-IN" dirty="0"/>
              <a:t>Modules Connected to Sprint 2</a:t>
            </a:r>
          </a:p>
        </p:txBody>
      </p:sp>
      <p:graphicFrame>
        <p:nvGraphicFramePr>
          <p:cNvPr id="5" name="Content Placeholder 4">
            <a:extLst>
              <a:ext uri="{FF2B5EF4-FFF2-40B4-BE49-F238E27FC236}">
                <a16:creationId xmlns:a16="http://schemas.microsoft.com/office/drawing/2014/main" id="{4D609ACC-7520-FAA0-FF85-192D169058F4}"/>
              </a:ext>
            </a:extLst>
          </p:cNvPr>
          <p:cNvGraphicFramePr>
            <a:graphicFrameLocks noGrp="1"/>
          </p:cNvGraphicFramePr>
          <p:nvPr>
            <p:ph sz="half" idx="2"/>
            <p:extLst>
              <p:ext uri="{D42A27DB-BD31-4B8C-83A1-F6EECF244321}">
                <p14:modId xmlns:p14="http://schemas.microsoft.com/office/powerpoint/2010/main" val="3796866377"/>
              </p:ext>
            </p:extLst>
          </p:nvPr>
        </p:nvGraphicFramePr>
        <p:xfrm>
          <a:off x="381000" y="1701800"/>
          <a:ext cx="4953000" cy="3860800"/>
        </p:xfrm>
        <a:graphic>
          <a:graphicData uri="http://schemas.openxmlformats.org/drawingml/2006/table">
            <a:tbl>
              <a:tblPr>
                <a:tableStyleId>{5C22544A-7EE6-4342-B048-85BDC9FD1C3A}</a:tableStyleId>
              </a:tblPr>
              <a:tblGrid>
                <a:gridCol w="2476500">
                  <a:extLst>
                    <a:ext uri="{9D8B030D-6E8A-4147-A177-3AD203B41FA5}">
                      <a16:colId xmlns:a16="http://schemas.microsoft.com/office/drawing/2014/main" val="3940476672"/>
                    </a:ext>
                  </a:extLst>
                </a:gridCol>
                <a:gridCol w="2476500">
                  <a:extLst>
                    <a:ext uri="{9D8B030D-6E8A-4147-A177-3AD203B41FA5}">
                      <a16:colId xmlns:a16="http://schemas.microsoft.com/office/drawing/2014/main" val="1272080398"/>
                    </a:ext>
                  </a:extLst>
                </a:gridCol>
              </a:tblGrid>
              <a:tr h="772160">
                <a:tc>
                  <a:txBody>
                    <a:bodyPr/>
                    <a:lstStyle/>
                    <a:p>
                      <a:pPr>
                        <a:buNone/>
                      </a:pPr>
                      <a:r>
                        <a:rPr lang="en-IN" sz="1600" b="1" dirty="0"/>
                        <a:t>Module</a:t>
                      </a:r>
                    </a:p>
                  </a:txBody>
                  <a:tcPr marL="57028" marR="57028" marT="28514" marB="28514" anchor="ctr"/>
                </a:tc>
                <a:tc>
                  <a:txBody>
                    <a:bodyPr/>
                    <a:lstStyle/>
                    <a:p>
                      <a:pPr>
                        <a:buNone/>
                      </a:pPr>
                      <a:r>
                        <a:rPr lang="en-IN" sz="1600" b="1" dirty="0"/>
                        <a:t>Connected Module</a:t>
                      </a:r>
                    </a:p>
                  </a:txBody>
                  <a:tcPr marL="57028" marR="57028" marT="28514" marB="28514" anchor="ctr"/>
                </a:tc>
                <a:extLst>
                  <a:ext uri="{0D108BD9-81ED-4DB2-BD59-A6C34878D82A}">
                    <a16:rowId xmlns:a16="http://schemas.microsoft.com/office/drawing/2014/main" val="1362098702"/>
                  </a:ext>
                </a:extLst>
              </a:tr>
              <a:tr h="772160">
                <a:tc>
                  <a:txBody>
                    <a:bodyPr/>
                    <a:lstStyle/>
                    <a:p>
                      <a:pPr>
                        <a:buNone/>
                      </a:pPr>
                      <a:r>
                        <a:rPr lang="en-IN" sz="1600"/>
                        <a:t>Tournament Management</a:t>
                      </a:r>
                    </a:p>
                  </a:txBody>
                  <a:tcPr marL="57028" marR="57028" marT="28514" marB="28514" anchor="ctr"/>
                </a:tc>
                <a:tc>
                  <a:txBody>
                    <a:bodyPr/>
                    <a:lstStyle/>
                    <a:p>
                      <a:pPr>
                        <a:buNone/>
                      </a:pPr>
                      <a:r>
                        <a:rPr lang="en-IN" sz="1600" dirty="0"/>
                        <a:t>Internal Student Registration</a:t>
                      </a:r>
                    </a:p>
                  </a:txBody>
                  <a:tcPr marL="57028" marR="57028" marT="28514" marB="28514" anchor="ctr"/>
                </a:tc>
                <a:extLst>
                  <a:ext uri="{0D108BD9-81ED-4DB2-BD59-A6C34878D82A}">
                    <a16:rowId xmlns:a16="http://schemas.microsoft.com/office/drawing/2014/main" val="963881043"/>
                  </a:ext>
                </a:extLst>
              </a:tr>
              <a:tr h="772160">
                <a:tc>
                  <a:txBody>
                    <a:bodyPr/>
                    <a:lstStyle/>
                    <a:p>
                      <a:pPr>
                        <a:buNone/>
                      </a:pPr>
                      <a:r>
                        <a:rPr lang="en-IN" sz="1600" dirty="0"/>
                        <a:t>Tournament Management</a:t>
                      </a:r>
                    </a:p>
                  </a:txBody>
                  <a:tcPr marL="57028" marR="57028" marT="28514" marB="28514" anchor="ctr"/>
                </a:tc>
                <a:tc>
                  <a:txBody>
                    <a:bodyPr/>
                    <a:lstStyle/>
                    <a:p>
                      <a:pPr>
                        <a:buNone/>
                      </a:pPr>
                      <a:r>
                        <a:rPr lang="en-IN" sz="1600" dirty="0"/>
                        <a:t>External Student Registration</a:t>
                      </a:r>
                    </a:p>
                  </a:txBody>
                  <a:tcPr marL="57028" marR="57028" marT="28514" marB="28514" anchor="ctr"/>
                </a:tc>
                <a:extLst>
                  <a:ext uri="{0D108BD9-81ED-4DB2-BD59-A6C34878D82A}">
                    <a16:rowId xmlns:a16="http://schemas.microsoft.com/office/drawing/2014/main" val="1018652912"/>
                  </a:ext>
                </a:extLst>
              </a:tr>
              <a:tr h="772160">
                <a:tc>
                  <a:txBody>
                    <a:bodyPr/>
                    <a:lstStyle/>
                    <a:p>
                      <a:pPr>
                        <a:buNone/>
                      </a:pPr>
                      <a:r>
                        <a:rPr lang="en-IN" sz="1600"/>
                        <a:t>Internal Student Registration</a:t>
                      </a:r>
                    </a:p>
                  </a:txBody>
                  <a:tcPr marL="57028" marR="57028" marT="28514" marB="28514" anchor="ctr"/>
                </a:tc>
                <a:tc>
                  <a:txBody>
                    <a:bodyPr/>
                    <a:lstStyle/>
                    <a:p>
                      <a:pPr>
                        <a:buNone/>
                      </a:pPr>
                      <a:r>
                        <a:rPr lang="en-IN" sz="1600" dirty="0"/>
                        <a:t>Team Registration Approval</a:t>
                      </a:r>
                    </a:p>
                  </a:txBody>
                  <a:tcPr marL="57028" marR="57028" marT="28514" marB="28514" anchor="ctr"/>
                </a:tc>
                <a:extLst>
                  <a:ext uri="{0D108BD9-81ED-4DB2-BD59-A6C34878D82A}">
                    <a16:rowId xmlns:a16="http://schemas.microsoft.com/office/drawing/2014/main" val="1196271064"/>
                  </a:ext>
                </a:extLst>
              </a:tr>
              <a:tr h="772160">
                <a:tc>
                  <a:txBody>
                    <a:bodyPr/>
                    <a:lstStyle/>
                    <a:p>
                      <a:pPr>
                        <a:buNone/>
                      </a:pPr>
                      <a:r>
                        <a:rPr lang="en-IN" sz="1600"/>
                        <a:t>External Student Registration</a:t>
                      </a:r>
                    </a:p>
                  </a:txBody>
                  <a:tcPr marL="57028" marR="57028" marT="28514" marB="28514" anchor="ctr"/>
                </a:tc>
                <a:tc>
                  <a:txBody>
                    <a:bodyPr/>
                    <a:lstStyle/>
                    <a:p>
                      <a:pPr>
                        <a:buNone/>
                      </a:pPr>
                      <a:r>
                        <a:rPr lang="en-IN" sz="1600" dirty="0"/>
                        <a:t>Team Registration Approval</a:t>
                      </a:r>
                    </a:p>
                  </a:txBody>
                  <a:tcPr marL="57028" marR="57028" marT="28514" marB="28514" anchor="ctr"/>
                </a:tc>
                <a:extLst>
                  <a:ext uri="{0D108BD9-81ED-4DB2-BD59-A6C34878D82A}">
                    <a16:rowId xmlns:a16="http://schemas.microsoft.com/office/drawing/2014/main" val="1364655702"/>
                  </a:ext>
                </a:extLst>
              </a:tr>
            </a:tbl>
          </a:graphicData>
        </a:graphic>
      </p:graphicFrame>
      <p:pic>
        <p:nvPicPr>
          <p:cNvPr id="6" name="Picture 5">
            <a:extLst>
              <a:ext uri="{FF2B5EF4-FFF2-40B4-BE49-F238E27FC236}">
                <a16:creationId xmlns:a16="http://schemas.microsoft.com/office/drawing/2014/main" id="{885DAB7F-1782-0F1A-816E-C626E98046AB}"/>
              </a:ext>
            </a:extLst>
          </p:cNvPr>
          <p:cNvPicPr>
            <a:picLocks noChangeAspect="1"/>
          </p:cNvPicPr>
          <p:nvPr/>
        </p:nvPicPr>
        <p:blipFill>
          <a:blip r:embed="rId2"/>
          <a:srcRect t="12139"/>
          <a:stretch>
            <a:fillRect/>
          </a:stretch>
        </p:blipFill>
        <p:spPr>
          <a:xfrm>
            <a:off x="5600700" y="1498600"/>
            <a:ext cx="6591300" cy="3860800"/>
          </a:xfrm>
          <a:prstGeom prst="rect">
            <a:avLst/>
          </a:prstGeom>
        </p:spPr>
      </p:pic>
    </p:spTree>
    <p:extLst>
      <p:ext uri="{BB962C8B-B14F-4D97-AF65-F5344CB8AC3E}">
        <p14:creationId xmlns:p14="http://schemas.microsoft.com/office/powerpoint/2010/main" val="15549109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66C6A8-2C5C-7A27-37A0-2A79816570F1}"/>
              </a:ext>
            </a:extLst>
          </p:cNvPr>
          <p:cNvSpPr>
            <a:spLocks noGrp="1"/>
          </p:cNvSpPr>
          <p:nvPr>
            <p:ph type="title"/>
          </p:nvPr>
        </p:nvSpPr>
        <p:spPr>
          <a:xfrm>
            <a:off x="3581400" y="381000"/>
            <a:ext cx="5601081" cy="369332"/>
          </a:xfrm>
        </p:spPr>
        <p:txBody>
          <a:bodyPr/>
          <a:lstStyle/>
          <a:p>
            <a:r>
              <a:rPr lang="en-IN" dirty="0"/>
              <a:t>Functional Requirements</a:t>
            </a:r>
          </a:p>
        </p:txBody>
      </p:sp>
      <p:graphicFrame>
        <p:nvGraphicFramePr>
          <p:cNvPr id="5" name="Table 4">
            <a:extLst>
              <a:ext uri="{FF2B5EF4-FFF2-40B4-BE49-F238E27FC236}">
                <a16:creationId xmlns:a16="http://schemas.microsoft.com/office/drawing/2014/main" id="{351EA45D-307A-7A78-ED7A-26B6F6D59807}"/>
              </a:ext>
            </a:extLst>
          </p:cNvPr>
          <p:cNvGraphicFramePr>
            <a:graphicFrameLocks noGrp="1"/>
          </p:cNvGraphicFramePr>
          <p:nvPr>
            <p:extLst>
              <p:ext uri="{D42A27DB-BD31-4B8C-83A1-F6EECF244321}">
                <p14:modId xmlns:p14="http://schemas.microsoft.com/office/powerpoint/2010/main" val="336975058"/>
              </p:ext>
            </p:extLst>
          </p:nvPr>
        </p:nvGraphicFramePr>
        <p:xfrm>
          <a:off x="381000" y="914400"/>
          <a:ext cx="5608638" cy="5791198"/>
        </p:xfrm>
        <a:graphic>
          <a:graphicData uri="http://schemas.openxmlformats.org/drawingml/2006/table">
            <a:tbl>
              <a:tblPr>
                <a:tableStyleId>{5C22544A-7EE6-4342-B048-85BDC9FD1C3A}</a:tableStyleId>
              </a:tblPr>
              <a:tblGrid>
                <a:gridCol w="1356519">
                  <a:extLst>
                    <a:ext uri="{9D8B030D-6E8A-4147-A177-3AD203B41FA5}">
                      <a16:colId xmlns:a16="http://schemas.microsoft.com/office/drawing/2014/main" val="2568428963"/>
                    </a:ext>
                  </a:extLst>
                </a:gridCol>
                <a:gridCol w="4252119">
                  <a:extLst>
                    <a:ext uri="{9D8B030D-6E8A-4147-A177-3AD203B41FA5}">
                      <a16:colId xmlns:a16="http://schemas.microsoft.com/office/drawing/2014/main" val="326462304"/>
                    </a:ext>
                  </a:extLst>
                </a:gridCol>
              </a:tblGrid>
              <a:tr h="514773">
                <a:tc>
                  <a:txBody>
                    <a:bodyPr/>
                    <a:lstStyle/>
                    <a:p>
                      <a:pPr>
                        <a:buNone/>
                      </a:pPr>
                      <a:r>
                        <a:rPr lang="en-IN"/>
                        <a:t>ID</a:t>
                      </a:r>
                    </a:p>
                  </a:txBody>
                  <a:tcPr anchor="ctr"/>
                </a:tc>
                <a:tc>
                  <a:txBody>
                    <a:bodyPr/>
                    <a:lstStyle/>
                    <a:p>
                      <a:pPr>
                        <a:buNone/>
                      </a:pPr>
                      <a:r>
                        <a:rPr lang="en-IN" dirty="0"/>
                        <a:t>Functional Requirement</a:t>
                      </a:r>
                    </a:p>
                  </a:txBody>
                  <a:tcPr anchor="ctr"/>
                </a:tc>
                <a:extLst>
                  <a:ext uri="{0D108BD9-81ED-4DB2-BD59-A6C34878D82A}">
                    <a16:rowId xmlns:a16="http://schemas.microsoft.com/office/drawing/2014/main" val="1424315371"/>
                  </a:ext>
                </a:extLst>
              </a:tr>
              <a:tr h="900853">
                <a:tc>
                  <a:txBody>
                    <a:bodyPr/>
                    <a:lstStyle/>
                    <a:p>
                      <a:pPr>
                        <a:buNone/>
                      </a:pPr>
                      <a:r>
                        <a:rPr lang="en-IN" dirty="0"/>
                        <a:t>FR-5.1</a:t>
                      </a:r>
                    </a:p>
                  </a:txBody>
                  <a:tcPr anchor="ctr"/>
                </a:tc>
                <a:tc>
                  <a:txBody>
                    <a:bodyPr/>
                    <a:lstStyle/>
                    <a:p>
                      <a:pPr>
                        <a:buNone/>
                      </a:pPr>
                      <a:r>
                        <a:rPr lang="en-IN"/>
                        <a:t>The system shall allow authorized users to manage approved tournaments.</a:t>
                      </a:r>
                    </a:p>
                  </a:txBody>
                  <a:tcPr anchor="ctr"/>
                </a:tc>
                <a:extLst>
                  <a:ext uri="{0D108BD9-81ED-4DB2-BD59-A6C34878D82A}">
                    <a16:rowId xmlns:a16="http://schemas.microsoft.com/office/drawing/2014/main" val="426641141"/>
                  </a:ext>
                </a:extLst>
              </a:tr>
              <a:tr h="1286933">
                <a:tc>
                  <a:txBody>
                    <a:bodyPr/>
                    <a:lstStyle/>
                    <a:p>
                      <a:pPr>
                        <a:buNone/>
                      </a:pPr>
                      <a:r>
                        <a:rPr lang="en-IN"/>
                        <a:t>FR-5.2</a:t>
                      </a:r>
                    </a:p>
                  </a:txBody>
                  <a:tcPr anchor="ctr"/>
                </a:tc>
                <a:tc>
                  <a:txBody>
                    <a:bodyPr/>
                    <a:lstStyle/>
                    <a:p>
                      <a:pPr>
                        <a:buNone/>
                      </a:pPr>
                      <a:r>
                        <a:rPr lang="en-IN" dirty="0"/>
                        <a:t>The system shall allow users to view tournament details such as name, sport, date, venue, and status.</a:t>
                      </a:r>
                    </a:p>
                  </a:txBody>
                  <a:tcPr anchor="ctr"/>
                </a:tc>
                <a:extLst>
                  <a:ext uri="{0D108BD9-81ED-4DB2-BD59-A6C34878D82A}">
                    <a16:rowId xmlns:a16="http://schemas.microsoft.com/office/drawing/2014/main" val="4205887338"/>
                  </a:ext>
                </a:extLst>
              </a:tr>
              <a:tr h="900853">
                <a:tc>
                  <a:txBody>
                    <a:bodyPr/>
                    <a:lstStyle/>
                    <a:p>
                      <a:pPr>
                        <a:buNone/>
                      </a:pPr>
                      <a:r>
                        <a:rPr lang="en-IN"/>
                        <a:t>FR-5.3</a:t>
                      </a:r>
                    </a:p>
                  </a:txBody>
                  <a:tcPr anchor="ctr"/>
                </a:tc>
                <a:tc>
                  <a:txBody>
                    <a:bodyPr/>
                    <a:lstStyle/>
                    <a:p>
                      <a:pPr>
                        <a:buNone/>
                      </a:pPr>
                      <a:r>
                        <a:rPr lang="en-IN" dirty="0"/>
                        <a:t>The system shall allow authorized users to update tournament information.</a:t>
                      </a:r>
                    </a:p>
                  </a:txBody>
                  <a:tcPr anchor="ctr"/>
                </a:tc>
                <a:extLst>
                  <a:ext uri="{0D108BD9-81ED-4DB2-BD59-A6C34878D82A}">
                    <a16:rowId xmlns:a16="http://schemas.microsoft.com/office/drawing/2014/main" val="3772527487"/>
                  </a:ext>
                </a:extLst>
              </a:tr>
              <a:tr h="900853">
                <a:tc>
                  <a:txBody>
                    <a:bodyPr/>
                    <a:lstStyle/>
                    <a:p>
                      <a:pPr>
                        <a:buNone/>
                      </a:pPr>
                      <a:r>
                        <a:rPr lang="en-IN"/>
                        <a:t>FR-5.4</a:t>
                      </a:r>
                    </a:p>
                  </a:txBody>
                  <a:tcPr anchor="ctr"/>
                </a:tc>
                <a:tc>
                  <a:txBody>
                    <a:bodyPr/>
                    <a:lstStyle/>
                    <a:p>
                      <a:pPr>
                        <a:buNone/>
                      </a:pPr>
                      <a:r>
                        <a:rPr lang="en-IN"/>
                        <a:t>The system shall maintain the current status of each tournament.</a:t>
                      </a:r>
                    </a:p>
                  </a:txBody>
                  <a:tcPr anchor="ctr"/>
                </a:tc>
                <a:extLst>
                  <a:ext uri="{0D108BD9-81ED-4DB2-BD59-A6C34878D82A}">
                    <a16:rowId xmlns:a16="http://schemas.microsoft.com/office/drawing/2014/main" val="3736536481"/>
                  </a:ext>
                </a:extLst>
              </a:tr>
              <a:tr h="1286933">
                <a:tc>
                  <a:txBody>
                    <a:bodyPr/>
                    <a:lstStyle/>
                    <a:p>
                      <a:pPr>
                        <a:buNone/>
                      </a:pPr>
                      <a:r>
                        <a:rPr lang="en-IN"/>
                        <a:t>FR-5.5</a:t>
                      </a:r>
                    </a:p>
                  </a:txBody>
                  <a:tcPr anchor="ctr"/>
                </a:tc>
                <a:tc>
                  <a:txBody>
                    <a:bodyPr/>
                    <a:lstStyle/>
                    <a:p>
                      <a:pPr>
                        <a:buNone/>
                      </a:pPr>
                      <a:r>
                        <a:rPr lang="en-IN" dirty="0"/>
                        <a:t>The system shall allow participating teams to be associated with an approved tournament.</a:t>
                      </a:r>
                    </a:p>
                  </a:txBody>
                  <a:tcPr anchor="ctr"/>
                </a:tc>
                <a:extLst>
                  <a:ext uri="{0D108BD9-81ED-4DB2-BD59-A6C34878D82A}">
                    <a16:rowId xmlns:a16="http://schemas.microsoft.com/office/drawing/2014/main" val="2011325445"/>
                  </a:ext>
                </a:extLst>
              </a:tr>
            </a:tbl>
          </a:graphicData>
        </a:graphic>
      </p:graphicFrame>
      <p:graphicFrame>
        <p:nvGraphicFramePr>
          <p:cNvPr id="9" name="Table 8">
            <a:extLst>
              <a:ext uri="{FF2B5EF4-FFF2-40B4-BE49-F238E27FC236}">
                <a16:creationId xmlns:a16="http://schemas.microsoft.com/office/drawing/2014/main" id="{7D344B4D-1C9D-66D1-2165-9C9B70A5ABE3}"/>
              </a:ext>
            </a:extLst>
          </p:cNvPr>
          <p:cNvGraphicFramePr>
            <a:graphicFrameLocks noGrp="1"/>
          </p:cNvGraphicFramePr>
          <p:nvPr>
            <p:extLst>
              <p:ext uri="{D42A27DB-BD31-4B8C-83A1-F6EECF244321}">
                <p14:modId xmlns:p14="http://schemas.microsoft.com/office/powerpoint/2010/main" val="1010356813"/>
              </p:ext>
            </p:extLst>
          </p:nvPr>
        </p:nvGraphicFramePr>
        <p:xfrm>
          <a:off x="6121399" y="914400"/>
          <a:ext cx="5601081" cy="5791199"/>
        </p:xfrm>
        <a:graphic>
          <a:graphicData uri="http://schemas.openxmlformats.org/drawingml/2006/table">
            <a:tbl>
              <a:tblPr>
                <a:tableStyleId>{5C22544A-7EE6-4342-B048-85BDC9FD1C3A}</a:tableStyleId>
              </a:tblPr>
              <a:tblGrid>
                <a:gridCol w="930551">
                  <a:extLst>
                    <a:ext uri="{9D8B030D-6E8A-4147-A177-3AD203B41FA5}">
                      <a16:colId xmlns:a16="http://schemas.microsoft.com/office/drawing/2014/main" val="2766513092"/>
                    </a:ext>
                  </a:extLst>
                </a:gridCol>
                <a:gridCol w="4670530">
                  <a:extLst>
                    <a:ext uri="{9D8B030D-6E8A-4147-A177-3AD203B41FA5}">
                      <a16:colId xmlns:a16="http://schemas.microsoft.com/office/drawing/2014/main" val="3294611110"/>
                    </a:ext>
                  </a:extLst>
                </a:gridCol>
              </a:tblGrid>
              <a:tr h="593969">
                <a:tc>
                  <a:txBody>
                    <a:bodyPr/>
                    <a:lstStyle/>
                    <a:p>
                      <a:pPr>
                        <a:buNone/>
                      </a:pPr>
                      <a:r>
                        <a:rPr lang="en-IN"/>
                        <a:t>ID</a:t>
                      </a:r>
                    </a:p>
                  </a:txBody>
                  <a:tcPr anchor="ctr"/>
                </a:tc>
                <a:tc>
                  <a:txBody>
                    <a:bodyPr/>
                    <a:lstStyle/>
                    <a:p>
                      <a:pPr>
                        <a:buNone/>
                      </a:pPr>
                      <a:r>
                        <a:rPr lang="en-IN" dirty="0"/>
                        <a:t>Functional Requirement</a:t>
                      </a:r>
                    </a:p>
                  </a:txBody>
                  <a:tcPr anchor="ctr"/>
                </a:tc>
                <a:extLst>
                  <a:ext uri="{0D108BD9-81ED-4DB2-BD59-A6C34878D82A}">
                    <a16:rowId xmlns:a16="http://schemas.microsoft.com/office/drawing/2014/main" val="1514301000"/>
                  </a:ext>
                </a:extLst>
              </a:tr>
              <a:tr h="1039446">
                <a:tc>
                  <a:txBody>
                    <a:bodyPr/>
                    <a:lstStyle/>
                    <a:p>
                      <a:pPr>
                        <a:buNone/>
                      </a:pPr>
                      <a:r>
                        <a:rPr lang="en-IN"/>
                        <a:t>FR-6.1</a:t>
                      </a:r>
                    </a:p>
                  </a:txBody>
                  <a:tcPr anchor="ctr"/>
                </a:tc>
                <a:tc>
                  <a:txBody>
                    <a:bodyPr/>
                    <a:lstStyle/>
                    <a:p>
                      <a:pPr>
                        <a:buNone/>
                      </a:pPr>
                      <a:r>
                        <a:rPr lang="en-IN" dirty="0"/>
                        <a:t>The system shall allow authenticated Internal Students to register for a tournament.</a:t>
                      </a:r>
                    </a:p>
                  </a:txBody>
                  <a:tcPr anchor="ctr"/>
                </a:tc>
                <a:extLst>
                  <a:ext uri="{0D108BD9-81ED-4DB2-BD59-A6C34878D82A}">
                    <a16:rowId xmlns:a16="http://schemas.microsoft.com/office/drawing/2014/main" val="2014750619"/>
                  </a:ext>
                </a:extLst>
              </a:tr>
              <a:tr h="1039446">
                <a:tc>
                  <a:txBody>
                    <a:bodyPr/>
                    <a:lstStyle/>
                    <a:p>
                      <a:pPr>
                        <a:buNone/>
                      </a:pPr>
                      <a:r>
                        <a:rPr lang="en-IN"/>
                        <a:t>FR-6.2</a:t>
                      </a:r>
                    </a:p>
                  </a:txBody>
                  <a:tcPr anchor="ctr"/>
                </a:tc>
                <a:tc>
                  <a:txBody>
                    <a:bodyPr/>
                    <a:lstStyle/>
                    <a:p>
                      <a:pPr>
                        <a:buNone/>
                      </a:pPr>
                      <a:r>
                        <a:rPr lang="en-IN"/>
                        <a:t>The system shall retrieve and validate the student's registered details before registration.</a:t>
                      </a:r>
                    </a:p>
                  </a:txBody>
                  <a:tcPr anchor="ctr"/>
                </a:tc>
                <a:extLst>
                  <a:ext uri="{0D108BD9-81ED-4DB2-BD59-A6C34878D82A}">
                    <a16:rowId xmlns:a16="http://schemas.microsoft.com/office/drawing/2014/main" val="51986477"/>
                  </a:ext>
                </a:extLst>
              </a:tr>
              <a:tr h="1039446">
                <a:tc>
                  <a:txBody>
                    <a:bodyPr/>
                    <a:lstStyle/>
                    <a:p>
                      <a:pPr>
                        <a:buNone/>
                      </a:pPr>
                      <a:r>
                        <a:rPr lang="en-IN"/>
                        <a:t>FR-6.3</a:t>
                      </a:r>
                    </a:p>
                  </a:txBody>
                  <a:tcPr anchor="ctr"/>
                </a:tc>
                <a:tc>
                  <a:txBody>
                    <a:bodyPr/>
                    <a:lstStyle/>
                    <a:p>
                      <a:pPr>
                        <a:buNone/>
                      </a:pPr>
                      <a:r>
                        <a:rPr lang="en-IN"/>
                        <a:t>The system shall prevent duplicate registration for the same tournament.</a:t>
                      </a:r>
                    </a:p>
                  </a:txBody>
                  <a:tcPr anchor="ctr"/>
                </a:tc>
                <a:extLst>
                  <a:ext uri="{0D108BD9-81ED-4DB2-BD59-A6C34878D82A}">
                    <a16:rowId xmlns:a16="http://schemas.microsoft.com/office/drawing/2014/main" val="4266701281"/>
                  </a:ext>
                </a:extLst>
              </a:tr>
              <a:tr h="1039446">
                <a:tc>
                  <a:txBody>
                    <a:bodyPr/>
                    <a:lstStyle/>
                    <a:p>
                      <a:pPr>
                        <a:buNone/>
                      </a:pPr>
                      <a:r>
                        <a:rPr lang="en-IN"/>
                        <a:t>FR-6.4</a:t>
                      </a:r>
                    </a:p>
                  </a:txBody>
                  <a:tcPr anchor="ctr"/>
                </a:tc>
                <a:tc>
                  <a:txBody>
                    <a:bodyPr/>
                    <a:lstStyle/>
                    <a:p>
                      <a:pPr>
                        <a:buNone/>
                      </a:pPr>
                      <a:r>
                        <a:rPr lang="en-IN"/>
                        <a:t>The system shall store the student's registration details in the database.</a:t>
                      </a:r>
                    </a:p>
                  </a:txBody>
                  <a:tcPr anchor="ctr"/>
                </a:tc>
                <a:extLst>
                  <a:ext uri="{0D108BD9-81ED-4DB2-BD59-A6C34878D82A}">
                    <a16:rowId xmlns:a16="http://schemas.microsoft.com/office/drawing/2014/main" val="3929888425"/>
                  </a:ext>
                </a:extLst>
              </a:tr>
              <a:tr h="1039446">
                <a:tc>
                  <a:txBody>
                    <a:bodyPr/>
                    <a:lstStyle/>
                    <a:p>
                      <a:pPr>
                        <a:buNone/>
                      </a:pPr>
                      <a:r>
                        <a:rPr lang="en-IN"/>
                        <a:t>FR-6.5</a:t>
                      </a:r>
                    </a:p>
                  </a:txBody>
                  <a:tcPr anchor="ctr"/>
                </a:tc>
                <a:tc>
                  <a:txBody>
                    <a:bodyPr/>
                    <a:lstStyle/>
                    <a:p>
                      <a:pPr>
                        <a:buNone/>
                      </a:pPr>
                      <a:r>
                        <a:rPr lang="en-IN" dirty="0"/>
                        <a:t>The system shall allow the Internal Student to view their registration status.</a:t>
                      </a:r>
                    </a:p>
                  </a:txBody>
                  <a:tcPr anchor="ctr"/>
                </a:tc>
                <a:extLst>
                  <a:ext uri="{0D108BD9-81ED-4DB2-BD59-A6C34878D82A}">
                    <a16:rowId xmlns:a16="http://schemas.microsoft.com/office/drawing/2014/main" val="3776026849"/>
                  </a:ext>
                </a:extLst>
              </a:tr>
            </a:tbl>
          </a:graphicData>
        </a:graphic>
      </p:graphicFrame>
    </p:spTree>
    <p:extLst>
      <p:ext uri="{BB962C8B-B14F-4D97-AF65-F5344CB8AC3E}">
        <p14:creationId xmlns:p14="http://schemas.microsoft.com/office/powerpoint/2010/main" val="14024400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1D56FC-7854-4F8C-C82F-037911DC0206}"/>
              </a:ext>
            </a:extLst>
          </p:cNvPr>
          <p:cNvSpPr>
            <a:spLocks noGrp="1"/>
          </p:cNvSpPr>
          <p:nvPr>
            <p:ph type="title"/>
          </p:nvPr>
        </p:nvSpPr>
        <p:spPr>
          <a:xfrm>
            <a:off x="3478339" y="457200"/>
            <a:ext cx="5601081" cy="369332"/>
          </a:xfrm>
        </p:spPr>
        <p:txBody>
          <a:bodyPr/>
          <a:lstStyle/>
          <a:p>
            <a:r>
              <a:rPr lang="en-IN" dirty="0"/>
              <a:t>Functional Requirements</a:t>
            </a:r>
          </a:p>
        </p:txBody>
      </p:sp>
      <p:graphicFrame>
        <p:nvGraphicFramePr>
          <p:cNvPr id="5" name="Table 4">
            <a:extLst>
              <a:ext uri="{FF2B5EF4-FFF2-40B4-BE49-F238E27FC236}">
                <a16:creationId xmlns:a16="http://schemas.microsoft.com/office/drawing/2014/main" id="{F5432CC5-9243-B1A8-B66D-F0A08C34867B}"/>
              </a:ext>
            </a:extLst>
          </p:cNvPr>
          <p:cNvGraphicFramePr>
            <a:graphicFrameLocks noGrp="1"/>
          </p:cNvGraphicFramePr>
          <p:nvPr>
            <p:extLst>
              <p:ext uri="{D42A27DB-BD31-4B8C-83A1-F6EECF244321}">
                <p14:modId xmlns:p14="http://schemas.microsoft.com/office/powerpoint/2010/main" val="1628358649"/>
              </p:ext>
            </p:extLst>
          </p:nvPr>
        </p:nvGraphicFramePr>
        <p:xfrm>
          <a:off x="277939" y="1143000"/>
          <a:ext cx="5791200" cy="5029201"/>
        </p:xfrm>
        <a:graphic>
          <a:graphicData uri="http://schemas.openxmlformats.org/drawingml/2006/table">
            <a:tbl>
              <a:tblPr>
                <a:tableStyleId>{5C22544A-7EE6-4342-B048-85BDC9FD1C3A}</a:tableStyleId>
              </a:tblPr>
              <a:tblGrid>
                <a:gridCol w="838502">
                  <a:extLst>
                    <a:ext uri="{9D8B030D-6E8A-4147-A177-3AD203B41FA5}">
                      <a16:colId xmlns:a16="http://schemas.microsoft.com/office/drawing/2014/main" val="65553708"/>
                    </a:ext>
                  </a:extLst>
                </a:gridCol>
                <a:gridCol w="4952698">
                  <a:extLst>
                    <a:ext uri="{9D8B030D-6E8A-4147-A177-3AD203B41FA5}">
                      <a16:colId xmlns:a16="http://schemas.microsoft.com/office/drawing/2014/main" val="290860105"/>
                    </a:ext>
                  </a:extLst>
                </a:gridCol>
              </a:tblGrid>
              <a:tr h="393807">
                <a:tc>
                  <a:txBody>
                    <a:bodyPr/>
                    <a:lstStyle/>
                    <a:p>
                      <a:pPr>
                        <a:buNone/>
                      </a:pPr>
                      <a:r>
                        <a:rPr lang="en-IN" sz="1600"/>
                        <a:t>ID</a:t>
                      </a:r>
                    </a:p>
                  </a:txBody>
                  <a:tcPr marL="79222" marR="79222" marT="39611" marB="39611" anchor="ctr"/>
                </a:tc>
                <a:tc>
                  <a:txBody>
                    <a:bodyPr/>
                    <a:lstStyle/>
                    <a:p>
                      <a:pPr>
                        <a:buNone/>
                      </a:pPr>
                      <a:r>
                        <a:rPr lang="en-IN" sz="1600"/>
                        <a:t>Functional Requirement</a:t>
                      </a:r>
                    </a:p>
                  </a:txBody>
                  <a:tcPr marL="79222" marR="79222" marT="39611" marB="39611" anchor="ctr"/>
                </a:tc>
                <a:extLst>
                  <a:ext uri="{0D108BD9-81ED-4DB2-BD59-A6C34878D82A}">
                    <a16:rowId xmlns:a16="http://schemas.microsoft.com/office/drawing/2014/main" val="1921895063"/>
                  </a:ext>
                </a:extLst>
              </a:tr>
              <a:tr h="965707">
                <a:tc>
                  <a:txBody>
                    <a:bodyPr/>
                    <a:lstStyle/>
                    <a:p>
                      <a:pPr>
                        <a:buNone/>
                      </a:pPr>
                      <a:r>
                        <a:rPr lang="en-IN" sz="1600" dirty="0"/>
                        <a:t>FR-7.1</a:t>
                      </a:r>
                    </a:p>
                  </a:txBody>
                  <a:tcPr marL="79222" marR="79222" marT="39611" marB="39611" anchor="ctr"/>
                </a:tc>
                <a:tc>
                  <a:txBody>
                    <a:bodyPr/>
                    <a:lstStyle/>
                    <a:p>
                      <a:pPr>
                        <a:buNone/>
                      </a:pPr>
                      <a:r>
                        <a:rPr lang="en-IN" sz="1600"/>
                        <a:t>The system shall allow External Students to register for a tournament through the provided registration link.</a:t>
                      </a:r>
                    </a:p>
                  </a:txBody>
                  <a:tcPr marL="79222" marR="79222" marT="39611" marB="39611" anchor="ctr"/>
                </a:tc>
                <a:extLst>
                  <a:ext uri="{0D108BD9-81ED-4DB2-BD59-A6C34878D82A}">
                    <a16:rowId xmlns:a16="http://schemas.microsoft.com/office/drawing/2014/main" val="55989951"/>
                  </a:ext>
                </a:extLst>
              </a:tr>
              <a:tr h="675995">
                <a:tc>
                  <a:txBody>
                    <a:bodyPr/>
                    <a:lstStyle/>
                    <a:p>
                      <a:pPr>
                        <a:buNone/>
                      </a:pPr>
                      <a:r>
                        <a:rPr lang="en-IN" sz="1600"/>
                        <a:t>FR-7.2</a:t>
                      </a:r>
                    </a:p>
                  </a:txBody>
                  <a:tcPr marL="79222" marR="79222" marT="39611" marB="39611" anchor="ctr"/>
                </a:tc>
                <a:tc>
                  <a:txBody>
                    <a:bodyPr/>
                    <a:lstStyle/>
                    <a:p>
                      <a:pPr>
                        <a:buNone/>
                      </a:pPr>
                      <a:r>
                        <a:rPr lang="en-IN" sz="1600"/>
                        <a:t>The system shall collect required external student and team details.</a:t>
                      </a:r>
                    </a:p>
                  </a:txBody>
                  <a:tcPr marL="79222" marR="79222" marT="39611" marB="39611" anchor="ctr"/>
                </a:tc>
                <a:extLst>
                  <a:ext uri="{0D108BD9-81ED-4DB2-BD59-A6C34878D82A}">
                    <a16:rowId xmlns:a16="http://schemas.microsoft.com/office/drawing/2014/main" val="735647452"/>
                  </a:ext>
                </a:extLst>
              </a:tr>
              <a:tr h="675995">
                <a:tc>
                  <a:txBody>
                    <a:bodyPr/>
                    <a:lstStyle/>
                    <a:p>
                      <a:pPr>
                        <a:buNone/>
                      </a:pPr>
                      <a:r>
                        <a:rPr lang="en-IN" sz="1600"/>
                        <a:t>FR-7.3</a:t>
                      </a:r>
                    </a:p>
                  </a:txBody>
                  <a:tcPr marL="79222" marR="79222" marT="39611" marB="39611" anchor="ctr"/>
                </a:tc>
                <a:tc>
                  <a:txBody>
                    <a:bodyPr/>
                    <a:lstStyle/>
                    <a:p>
                      <a:pPr>
                        <a:buNone/>
                      </a:pPr>
                      <a:r>
                        <a:rPr lang="en-IN" sz="1600"/>
                        <a:t>The system shall validate the submitted registration information.</a:t>
                      </a:r>
                    </a:p>
                  </a:txBody>
                  <a:tcPr marL="79222" marR="79222" marT="39611" marB="39611" anchor="ctr"/>
                </a:tc>
                <a:extLst>
                  <a:ext uri="{0D108BD9-81ED-4DB2-BD59-A6C34878D82A}">
                    <a16:rowId xmlns:a16="http://schemas.microsoft.com/office/drawing/2014/main" val="1293575142"/>
                  </a:ext>
                </a:extLst>
              </a:tr>
              <a:tr h="675995">
                <a:tc>
                  <a:txBody>
                    <a:bodyPr/>
                    <a:lstStyle/>
                    <a:p>
                      <a:pPr>
                        <a:buNone/>
                      </a:pPr>
                      <a:r>
                        <a:rPr lang="en-IN" sz="1600"/>
                        <a:t>FR-7.4</a:t>
                      </a:r>
                    </a:p>
                  </a:txBody>
                  <a:tcPr marL="79222" marR="79222" marT="39611" marB="39611" anchor="ctr"/>
                </a:tc>
                <a:tc>
                  <a:txBody>
                    <a:bodyPr/>
                    <a:lstStyle/>
                    <a:p>
                      <a:pPr>
                        <a:buNone/>
                      </a:pPr>
                      <a:r>
                        <a:rPr lang="en-IN" sz="1600"/>
                        <a:t>The system shall prevent duplicate registration where applicable.</a:t>
                      </a:r>
                    </a:p>
                  </a:txBody>
                  <a:tcPr marL="79222" marR="79222" marT="39611" marB="39611" anchor="ctr"/>
                </a:tc>
                <a:extLst>
                  <a:ext uri="{0D108BD9-81ED-4DB2-BD59-A6C34878D82A}">
                    <a16:rowId xmlns:a16="http://schemas.microsoft.com/office/drawing/2014/main" val="3070034959"/>
                  </a:ext>
                </a:extLst>
              </a:tr>
              <a:tr h="965707">
                <a:tc>
                  <a:txBody>
                    <a:bodyPr/>
                    <a:lstStyle/>
                    <a:p>
                      <a:pPr>
                        <a:buNone/>
                      </a:pPr>
                      <a:r>
                        <a:rPr lang="en-IN" sz="1600"/>
                        <a:t>FR-7.5</a:t>
                      </a:r>
                    </a:p>
                  </a:txBody>
                  <a:tcPr marL="79222" marR="79222" marT="39611" marB="39611" anchor="ctr"/>
                </a:tc>
                <a:tc>
                  <a:txBody>
                    <a:bodyPr/>
                    <a:lstStyle/>
                    <a:p>
                      <a:pPr>
                        <a:buNone/>
                      </a:pPr>
                      <a:r>
                        <a:rPr lang="en-IN" sz="1600"/>
                        <a:t>The system shall store the external student's registration details in the database.</a:t>
                      </a:r>
                    </a:p>
                  </a:txBody>
                  <a:tcPr marL="79222" marR="79222" marT="39611" marB="39611" anchor="ctr"/>
                </a:tc>
                <a:extLst>
                  <a:ext uri="{0D108BD9-81ED-4DB2-BD59-A6C34878D82A}">
                    <a16:rowId xmlns:a16="http://schemas.microsoft.com/office/drawing/2014/main" val="950578783"/>
                  </a:ext>
                </a:extLst>
              </a:tr>
              <a:tr h="675995">
                <a:tc>
                  <a:txBody>
                    <a:bodyPr/>
                    <a:lstStyle/>
                    <a:p>
                      <a:pPr>
                        <a:buNone/>
                      </a:pPr>
                      <a:r>
                        <a:rPr lang="en-IN" sz="1600"/>
                        <a:t>FR-7.6</a:t>
                      </a:r>
                    </a:p>
                  </a:txBody>
                  <a:tcPr marL="79222" marR="79222" marT="39611" marB="39611" anchor="ctr"/>
                </a:tc>
                <a:tc>
                  <a:txBody>
                    <a:bodyPr/>
                    <a:lstStyle/>
                    <a:p>
                      <a:pPr>
                        <a:buNone/>
                      </a:pPr>
                      <a:r>
                        <a:rPr lang="en-IN" sz="1600" dirty="0"/>
                        <a:t>The system shall display the registration status after submission.</a:t>
                      </a:r>
                    </a:p>
                  </a:txBody>
                  <a:tcPr marL="79222" marR="79222" marT="39611" marB="39611" anchor="ctr"/>
                </a:tc>
                <a:extLst>
                  <a:ext uri="{0D108BD9-81ED-4DB2-BD59-A6C34878D82A}">
                    <a16:rowId xmlns:a16="http://schemas.microsoft.com/office/drawing/2014/main" val="780186428"/>
                  </a:ext>
                </a:extLst>
              </a:tr>
            </a:tbl>
          </a:graphicData>
        </a:graphic>
      </p:graphicFrame>
      <p:graphicFrame>
        <p:nvGraphicFramePr>
          <p:cNvPr id="11" name="Table 10">
            <a:extLst>
              <a:ext uri="{FF2B5EF4-FFF2-40B4-BE49-F238E27FC236}">
                <a16:creationId xmlns:a16="http://schemas.microsoft.com/office/drawing/2014/main" id="{5916BA90-DEB0-E173-50E4-83AC8B6CC003}"/>
              </a:ext>
            </a:extLst>
          </p:cNvPr>
          <p:cNvGraphicFramePr>
            <a:graphicFrameLocks noGrp="1"/>
          </p:cNvGraphicFramePr>
          <p:nvPr>
            <p:extLst>
              <p:ext uri="{D42A27DB-BD31-4B8C-83A1-F6EECF244321}">
                <p14:modId xmlns:p14="http://schemas.microsoft.com/office/powerpoint/2010/main" val="431603462"/>
              </p:ext>
            </p:extLst>
          </p:nvPr>
        </p:nvGraphicFramePr>
        <p:xfrm>
          <a:off x="6271640" y="1066800"/>
          <a:ext cx="5539360" cy="5105401"/>
        </p:xfrm>
        <a:graphic>
          <a:graphicData uri="http://schemas.openxmlformats.org/drawingml/2006/table">
            <a:tbl>
              <a:tblPr>
                <a:tableStyleId>{5C22544A-7EE6-4342-B048-85BDC9FD1C3A}</a:tableStyleId>
              </a:tblPr>
              <a:tblGrid>
                <a:gridCol w="964448">
                  <a:extLst>
                    <a:ext uri="{9D8B030D-6E8A-4147-A177-3AD203B41FA5}">
                      <a16:colId xmlns:a16="http://schemas.microsoft.com/office/drawing/2014/main" val="3361519743"/>
                    </a:ext>
                  </a:extLst>
                </a:gridCol>
                <a:gridCol w="4574912">
                  <a:extLst>
                    <a:ext uri="{9D8B030D-6E8A-4147-A177-3AD203B41FA5}">
                      <a16:colId xmlns:a16="http://schemas.microsoft.com/office/drawing/2014/main" val="2952823491"/>
                    </a:ext>
                  </a:extLst>
                </a:gridCol>
              </a:tblGrid>
              <a:tr h="364671">
                <a:tc>
                  <a:txBody>
                    <a:bodyPr/>
                    <a:lstStyle/>
                    <a:p>
                      <a:pPr>
                        <a:buNone/>
                      </a:pPr>
                      <a:r>
                        <a:rPr lang="en-IN" sz="1400"/>
                        <a:t>ID</a:t>
                      </a:r>
                    </a:p>
                  </a:txBody>
                  <a:tcPr marL="73564" marR="73564" marT="36782" marB="36782" anchor="ctr"/>
                </a:tc>
                <a:tc>
                  <a:txBody>
                    <a:bodyPr/>
                    <a:lstStyle/>
                    <a:p>
                      <a:pPr>
                        <a:buNone/>
                      </a:pPr>
                      <a:r>
                        <a:rPr lang="en-IN" sz="1400" dirty="0"/>
                        <a:t>Functional Requirement</a:t>
                      </a:r>
                    </a:p>
                  </a:txBody>
                  <a:tcPr marL="73564" marR="73564" marT="36782" marB="36782" anchor="ctr"/>
                </a:tc>
                <a:extLst>
                  <a:ext uri="{0D108BD9-81ED-4DB2-BD59-A6C34878D82A}">
                    <a16:rowId xmlns:a16="http://schemas.microsoft.com/office/drawing/2014/main" val="1290455970"/>
                  </a:ext>
                </a:extLst>
              </a:tr>
              <a:tr h="638175">
                <a:tc>
                  <a:txBody>
                    <a:bodyPr/>
                    <a:lstStyle/>
                    <a:p>
                      <a:pPr>
                        <a:buNone/>
                      </a:pPr>
                      <a:r>
                        <a:rPr lang="en-IN" sz="1400"/>
                        <a:t>FR-8.1</a:t>
                      </a:r>
                    </a:p>
                  </a:txBody>
                  <a:tcPr marL="73564" marR="73564" marT="36782" marB="36782" anchor="ctr"/>
                </a:tc>
                <a:tc>
                  <a:txBody>
                    <a:bodyPr/>
                    <a:lstStyle/>
                    <a:p>
                      <a:pPr>
                        <a:buNone/>
                      </a:pPr>
                      <a:r>
                        <a:rPr lang="en-IN" sz="1400"/>
                        <a:t>The system shall allow authorized users to view submitted team registrations.</a:t>
                      </a:r>
                    </a:p>
                  </a:txBody>
                  <a:tcPr marL="73564" marR="73564" marT="36782" marB="36782" anchor="ctr"/>
                </a:tc>
                <a:extLst>
                  <a:ext uri="{0D108BD9-81ED-4DB2-BD59-A6C34878D82A}">
                    <a16:rowId xmlns:a16="http://schemas.microsoft.com/office/drawing/2014/main" val="410720748"/>
                  </a:ext>
                </a:extLst>
              </a:tr>
              <a:tr h="638175">
                <a:tc>
                  <a:txBody>
                    <a:bodyPr/>
                    <a:lstStyle/>
                    <a:p>
                      <a:pPr>
                        <a:buNone/>
                      </a:pPr>
                      <a:r>
                        <a:rPr lang="en-IN" sz="1400"/>
                        <a:t>FR-8.2</a:t>
                      </a:r>
                    </a:p>
                  </a:txBody>
                  <a:tcPr marL="73564" marR="73564" marT="36782" marB="36782" anchor="ctr"/>
                </a:tc>
                <a:tc>
                  <a:txBody>
                    <a:bodyPr/>
                    <a:lstStyle/>
                    <a:p>
                      <a:pPr>
                        <a:buNone/>
                      </a:pPr>
                      <a:r>
                        <a:rPr lang="en-IN" sz="1400"/>
                        <a:t>The system shall allow authorized users to check team and participant details.</a:t>
                      </a:r>
                    </a:p>
                  </a:txBody>
                  <a:tcPr marL="73564" marR="73564" marT="36782" marB="36782" anchor="ctr"/>
                </a:tc>
                <a:extLst>
                  <a:ext uri="{0D108BD9-81ED-4DB2-BD59-A6C34878D82A}">
                    <a16:rowId xmlns:a16="http://schemas.microsoft.com/office/drawing/2014/main" val="544100759"/>
                  </a:ext>
                </a:extLst>
              </a:tr>
              <a:tr h="638175">
                <a:tc>
                  <a:txBody>
                    <a:bodyPr/>
                    <a:lstStyle/>
                    <a:p>
                      <a:pPr>
                        <a:buNone/>
                      </a:pPr>
                      <a:r>
                        <a:rPr lang="en-IN" sz="1400"/>
                        <a:t>FR-8.3</a:t>
                      </a:r>
                    </a:p>
                  </a:txBody>
                  <a:tcPr marL="73564" marR="73564" marT="36782" marB="36782" anchor="ctr"/>
                </a:tc>
                <a:tc>
                  <a:txBody>
                    <a:bodyPr/>
                    <a:lstStyle/>
                    <a:p>
                      <a:pPr>
                        <a:buNone/>
                      </a:pPr>
                      <a:r>
                        <a:rPr lang="en-IN" sz="1400"/>
                        <a:t>The system shall allow authorized users to approve a submitted team registration.</a:t>
                      </a:r>
                    </a:p>
                  </a:txBody>
                  <a:tcPr marL="73564" marR="73564" marT="36782" marB="36782" anchor="ctr"/>
                </a:tc>
                <a:extLst>
                  <a:ext uri="{0D108BD9-81ED-4DB2-BD59-A6C34878D82A}">
                    <a16:rowId xmlns:a16="http://schemas.microsoft.com/office/drawing/2014/main" val="348075655"/>
                  </a:ext>
                </a:extLst>
              </a:tr>
              <a:tr h="638175">
                <a:tc>
                  <a:txBody>
                    <a:bodyPr/>
                    <a:lstStyle/>
                    <a:p>
                      <a:pPr>
                        <a:buNone/>
                      </a:pPr>
                      <a:r>
                        <a:rPr lang="en-IN" sz="1400"/>
                        <a:t>FR-8.4</a:t>
                      </a:r>
                    </a:p>
                  </a:txBody>
                  <a:tcPr marL="73564" marR="73564" marT="36782" marB="36782" anchor="ctr"/>
                </a:tc>
                <a:tc>
                  <a:txBody>
                    <a:bodyPr/>
                    <a:lstStyle/>
                    <a:p>
                      <a:pPr>
                        <a:buNone/>
                      </a:pPr>
                      <a:r>
                        <a:rPr lang="en-IN" sz="1400"/>
                        <a:t>The system shall allow authorized users to reject a submitted team registration.</a:t>
                      </a:r>
                    </a:p>
                  </a:txBody>
                  <a:tcPr marL="73564" marR="73564" marT="36782" marB="36782" anchor="ctr"/>
                </a:tc>
                <a:extLst>
                  <a:ext uri="{0D108BD9-81ED-4DB2-BD59-A6C34878D82A}">
                    <a16:rowId xmlns:a16="http://schemas.microsoft.com/office/drawing/2014/main" val="3121847083"/>
                  </a:ext>
                </a:extLst>
              </a:tr>
              <a:tr h="638175">
                <a:tc>
                  <a:txBody>
                    <a:bodyPr/>
                    <a:lstStyle/>
                    <a:p>
                      <a:pPr>
                        <a:buNone/>
                      </a:pPr>
                      <a:r>
                        <a:rPr lang="en-IN" sz="1400"/>
                        <a:t>FR-8.5</a:t>
                      </a:r>
                    </a:p>
                  </a:txBody>
                  <a:tcPr marL="73564" marR="73564" marT="36782" marB="36782" anchor="ctr"/>
                </a:tc>
                <a:tc>
                  <a:txBody>
                    <a:bodyPr/>
                    <a:lstStyle/>
                    <a:p>
                      <a:pPr>
                        <a:buNone/>
                      </a:pPr>
                      <a:r>
                        <a:rPr lang="en-IN" sz="1400"/>
                        <a:t>The system shall record the approval or rejection decision and date.</a:t>
                      </a:r>
                    </a:p>
                  </a:txBody>
                  <a:tcPr marL="73564" marR="73564" marT="36782" marB="36782" anchor="ctr"/>
                </a:tc>
                <a:extLst>
                  <a:ext uri="{0D108BD9-81ED-4DB2-BD59-A6C34878D82A}">
                    <a16:rowId xmlns:a16="http://schemas.microsoft.com/office/drawing/2014/main" val="336564239"/>
                  </a:ext>
                </a:extLst>
              </a:tr>
              <a:tr h="638175">
                <a:tc>
                  <a:txBody>
                    <a:bodyPr/>
                    <a:lstStyle/>
                    <a:p>
                      <a:pPr>
                        <a:buNone/>
                      </a:pPr>
                      <a:r>
                        <a:rPr lang="en-IN" sz="1400"/>
                        <a:t>FR-8.6</a:t>
                      </a:r>
                    </a:p>
                  </a:txBody>
                  <a:tcPr marL="73564" marR="73564" marT="36782" marB="36782" anchor="ctr"/>
                </a:tc>
                <a:tc>
                  <a:txBody>
                    <a:bodyPr/>
                    <a:lstStyle/>
                    <a:p>
                      <a:pPr>
                        <a:buNone/>
                      </a:pPr>
                      <a:r>
                        <a:rPr lang="en-IN" sz="1400"/>
                        <a:t>The system shall update the team registration status accordingly.</a:t>
                      </a:r>
                    </a:p>
                  </a:txBody>
                  <a:tcPr marL="73564" marR="73564" marT="36782" marB="36782" anchor="ctr"/>
                </a:tc>
                <a:extLst>
                  <a:ext uri="{0D108BD9-81ED-4DB2-BD59-A6C34878D82A}">
                    <a16:rowId xmlns:a16="http://schemas.microsoft.com/office/drawing/2014/main" val="168132886"/>
                  </a:ext>
                </a:extLst>
              </a:tr>
              <a:tr h="911680">
                <a:tc>
                  <a:txBody>
                    <a:bodyPr/>
                    <a:lstStyle/>
                    <a:p>
                      <a:pPr>
                        <a:buNone/>
                      </a:pPr>
                      <a:r>
                        <a:rPr lang="en-IN" sz="1400"/>
                        <a:t>FR-8.7</a:t>
                      </a:r>
                    </a:p>
                  </a:txBody>
                  <a:tcPr marL="73564" marR="73564" marT="36782" marB="36782" anchor="ctr"/>
                </a:tc>
                <a:tc>
                  <a:txBody>
                    <a:bodyPr/>
                    <a:lstStyle/>
                    <a:p>
                      <a:pPr>
                        <a:buNone/>
                      </a:pPr>
                      <a:r>
                        <a:rPr lang="en-IN" sz="1400" dirty="0"/>
                        <a:t>The system shall notify the relevant team representative about the approval or rejection decision.</a:t>
                      </a:r>
                    </a:p>
                  </a:txBody>
                  <a:tcPr marL="73564" marR="73564" marT="36782" marB="36782" anchor="ctr"/>
                </a:tc>
                <a:extLst>
                  <a:ext uri="{0D108BD9-81ED-4DB2-BD59-A6C34878D82A}">
                    <a16:rowId xmlns:a16="http://schemas.microsoft.com/office/drawing/2014/main" val="3037188305"/>
                  </a:ext>
                </a:extLst>
              </a:tr>
            </a:tbl>
          </a:graphicData>
        </a:graphic>
      </p:graphicFrame>
    </p:spTree>
    <p:extLst>
      <p:ext uri="{BB962C8B-B14F-4D97-AF65-F5344CB8AC3E}">
        <p14:creationId xmlns:p14="http://schemas.microsoft.com/office/powerpoint/2010/main" val="20714142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1C96BD-6748-7C18-7E01-365846E9A8C0}"/>
              </a:ext>
            </a:extLst>
          </p:cNvPr>
          <p:cNvSpPr>
            <a:spLocks noGrp="1"/>
          </p:cNvSpPr>
          <p:nvPr>
            <p:ph type="title"/>
          </p:nvPr>
        </p:nvSpPr>
        <p:spPr>
          <a:xfrm>
            <a:off x="228600" y="217879"/>
            <a:ext cx="5601081" cy="738664"/>
          </a:xfrm>
        </p:spPr>
        <p:txBody>
          <a:bodyPr/>
          <a:lstStyle/>
          <a:p>
            <a:r>
              <a:rPr lang="en-IN" dirty="0"/>
              <a:t>Non-Functional Requirements</a:t>
            </a:r>
            <a:br>
              <a:rPr lang="en-IN" dirty="0"/>
            </a:br>
            <a:endParaRPr lang="en-IN" dirty="0"/>
          </a:p>
        </p:txBody>
      </p:sp>
      <p:graphicFrame>
        <p:nvGraphicFramePr>
          <p:cNvPr id="5" name="Content Placeholder 4">
            <a:extLst>
              <a:ext uri="{FF2B5EF4-FFF2-40B4-BE49-F238E27FC236}">
                <a16:creationId xmlns:a16="http://schemas.microsoft.com/office/drawing/2014/main" id="{6D50EC45-F598-4FA9-D2C0-E3924E21239E}"/>
              </a:ext>
            </a:extLst>
          </p:cNvPr>
          <p:cNvGraphicFramePr>
            <a:graphicFrameLocks noGrp="1"/>
          </p:cNvGraphicFramePr>
          <p:nvPr>
            <p:ph sz="half" idx="2"/>
            <p:extLst>
              <p:ext uri="{D42A27DB-BD31-4B8C-83A1-F6EECF244321}">
                <p14:modId xmlns:p14="http://schemas.microsoft.com/office/powerpoint/2010/main" val="2927884401"/>
              </p:ext>
            </p:extLst>
          </p:nvPr>
        </p:nvGraphicFramePr>
        <p:xfrm>
          <a:off x="228600" y="685800"/>
          <a:ext cx="11201400" cy="5926247"/>
        </p:xfrm>
        <a:graphic>
          <a:graphicData uri="http://schemas.openxmlformats.org/drawingml/2006/table">
            <a:tbl>
              <a:tblPr>
                <a:tableStyleId>{5C22544A-7EE6-4342-B048-85BDC9FD1C3A}</a:tableStyleId>
              </a:tblPr>
              <a:tblGrid>
                <a:gridCol w="2536166">
                  <a:extLst>
                    <a:ext uri="{9D8B030D-6E8A-4147-A177-3AD203B41FA5}">
                      <a16:colId xmlns:a16="http://schemas.microsoft.com/office/drawing/2014/main" val="2971342911"/>
                    </a:ext>
                  </a:extLst>
                </a:gridCol>
                <a:gridCol w="8665234">
                  <a:extLst>
                    <a:ext uri="{9D8B030D-6E8A-4147-A177-3AD203B41FA5}">
                      <a16:colId xmlns:a16="http://schemas.microsoft.com/office/drawing/2014/main" val="3160958370"/>
                    </a:ext>
                  </a:extLst>
                </a:gridCol>
              </a:tblGrid>
              <a:tr h="333575">
                <a:tc>
                  <a:txBody>
                    <a:bodyPr/>
                    <a:lstStyle/>
                    <a:p>
                      <a:pPr>
                        <a:buNone/>
                      </a:pPr>
                      <a:r>
                        <a:rPr lang="en-IN" sz="1800"/>
                        <a:t>Category</a:t>
                      </a:r>
                    </a:p>
                  </a:txBody>
                  <a:tcPr marL="48149" marR="48149" marT="24074" marB="24074" anchor="ctr"/>
                </a:tc>
                <a:tc>
                  <a:txBody>
                    <a:bodyPr/>
                    <a:lstStyle/>
                    <a:p>
                      <a:pPr>
                        <a:buNone/>
                      </a:pPr>
                      <a:r>
                        <a:rPr lang="en-IN" sz="1800" dirty="0"/>
                        <a:t>Non-Functional Requirements</a:t>
                      </a:r>
                    </a:p>
                  </a:txBody>
                  <a:tcPr marL="48149" marR="48149" marT="24074" marB="24074" anchor="ctr"/>
                </a:tc>
                <a:extLst>
                  <a:ext uri="{0D108BD9-81ED-4DB2-BD59-A6C34878D82A}">
                    <a16:rowId xmlns:a16="http://schemas.microsoft.com/office/drawing/2014/main" val="4248890880"/>
                  </a:ext>
                </a:extLst>
              </a:tr>
              <a:tr h="621408">
                <a:tc>
                  <a:txBody>
                    <a:bodyPr/>
                    <a:lstStyle/>
                    <a:p>
                      <a:pPr>
                        <a:buNone/>
                      </a:pPr>
                      <a:r>
                        <a:rPr lang="en-IN" sz="1800"/>
                        <a:t>Performance</a:t>
                      </a:r>
                    </a:p>
                  </a:txBody>
                  <a:tcPr marL="48149" marR="48149" marT="24074" marB="24074" anchor="ctr"/>
                </a:tc>
                <a:tc>
                  <a:txBody>
                    <a:bodyPr/>
                    <a:lstStyle/>
                    <a:p>
                      <a:pPr>
                        <a:buNone/>
                      </a:pPr>
                      <a:r>
                        <a:rPr lang="en-IN" sz="1800"/>
                        <a:t>The system should provide fast response times for tournament management and registration operations.</a:t>
                      </a:r>
                    </a:p>
                  </a:txBody>
                  <a:tcPr marL="48149" marR="48149" marT="24074" marB="24074" anchor="ctr"/>
                </a:tc>
                <a:extLst>
                  <a:ext uri="{0D108BD9-81ED-4DB2-BD59-A6C34878D82A}">
                    <a16:rowId xmlns:a16="http://schemas.microsoft.com/office/drawing/2014/main" val="3113595608"/>
                  </a:ext>
                </a:extLst>
              </a:tr>
              <a:tr h="621408">
                <a:tc>
                  <a:txBody>
                    <a:bodyPr/>
                    <a:lstStyle/>
                    <a:p>
                      <a:pPr>
                        <a:buNone/>
                      </a:pPr>
                      <a:r>
                        <a:rPr lang="en-IN" sz="1800"/>
                        <a:t>Security</a:t>
                      </a:r>
                    </a:p>
                  </a:txBody>
                  <a:tcPr marL="48149" marR="48149" marT="24074" marB="24074" anchor="ctr"/>
                </a:tc>
                <a:tc>
                  <a:txBody>
                    <a:bodyPr/>
                    <a:lstStyle/>
                    <a:p>
                      <a:pPr>
                        <a:buNone/>
                      </a:pPr>
                      <a:r>
                        <a:rPr lang="en-IN" sz="1800"/>
                        <a:t>The system should protect student, team, and tournament information from unauthorized access.</a:t>
                      </a:r>
                    </a:p>
                  </a:txBody>
                  <a:tcPr marL="48149" marR="48149" marT="24074" marB="24074" anchor="ctr"/>
                </a:tc>
                <a:extLst>
                  <a:ext uri="{0D108BD9-81ED-4DB2-BD59-A6C34878D82A}">
                    <a16:rowId xmlns:a16="http://schemas.microsoft.com/office/drawing/2014/main" val="415333593"/>
                  </a:ext>
                </a:extLst>
              </a:tr>
              <a:tr h="621408">
                <a:tc>
                  <a:txBody>
                    <a:bodyPr/>
                    <a:lstStyle/>
                    <a:p>
                      <a:pPr>
                        <a:buNone/>
                      </a:pPr>
                      <a:r>
                        <a:rPr lang="en-IN" sz="1800"/>
                        <a:t>Reliability</a:t>
                      </a:r>
                    </a:p>
                  </a:txBody>
                  <a:tcPr marL="48149" marR="48149" marT="24074" marB="24074" anchor="ctr"/>
                </a:tc>
                <a:tc>
                  <a:txBody>
                    <a:bodyPr/>
                    <a:lstStyle/>
                    <a:p>
                      <a:pPr>
                        <a:buNone/>
                      </a:pPr>
                      <a:r>
                        <a:rPr lang="en-IN" sz="1800"/>
                        <a:t>The system should reliably process and store tournament and registration data without data loss.</a:t>
                      </a:r>
                    </a:p>
                  </a:txBody>
                  <a:tcPr marL="48149" marR="48149" marT="24074" marB="24074" anchor="ctr"/>
                </a:tc>
                <a:extLst>
                  <a:ext uri="{0D108BD9-81ED-4DB2-BD59-A6C34878D82A}">
                    <a16:rowId xmlns:a16="http://schemas.microsoft.com/office/drawing/2014/main" val="303792099"/>
                  </a:ext>
                </a:extLst>
              </a:tr>
              <a:tr h="621408">
                <a:tc>
                  <a:txBody>
                    <a:bodyPr/>
                    <a:lstStyle/>
                    <a:p>
                      <a:pPr>
                        <a:buNone/>
                      </a:pPr>
                      <a:r>
                        <a:rPr lang="en-IN" sz="1800"/>
                        <a:t>Usability</a:t>
                      </a:r>
                    </a:p>
                  </a:txBody>
                  <a:tcPr marL="48149" marR="48149" marT="24074" marB="24074" anchor="ctr"/>
                </a:tc>
                <a:tc>
                  <a:txBody>
                    <a:bodyPr/>
                    <a:lstStyle/>
                    <a:p>
                      <a:pPr>
                        <a:buNone/>
                      </a:pPr>
                      <a:r>
                        <a:rPr lang="en-IN" sz="1800" dirty="0"/>
                        <a:t>The system should provide a simple, clear, and user-friendly interface for internal and external students and authorized users.</a:t>
                      </a:r>
                    </a:p>
                  </a:txBody>
                  <a:tcPr marL="48149" marR="48149" marT="24074" marB="24074" anchor="ctr"/>
                </a:tc>
                <a:extLst>
                  <a:ext uri="{0D108BD9-81ED-4DB2-BD59-A6C34878D82A}">
                    <a16:rowId xmlns:a16="http://schemas.microsoft.com/office/drawing/2014/main" val="56999464"/>
                  </a:ext>
                </a:extLst>
              </a:tr>
              <a:tr h="621408">
                <a:tc>
                  <a:txBody>
                    <a:bodyPr/>
                    <a:lstStyle/>
                    <a:p>
                      <a:pPr>
                        <a:buNone/>
                      </a:pPr>
                      <a:r>
                        <a:rPr lang="en-IN" sz="1800"/>
                        <a:t>Data Integrity</a:t>
                      </a:r>
                    </a:p>
                  </a:txBody>
                  <a:tcPr marL="48149" marR="48149" marT="24074" marB="24074" anchor="ctr"/>
                </a:tc>
                <a:tc>
                  <a:txBody>
                    <a:bodyPr/>
                    <a:lstStyle/>
                    <a:p>
                      <a:pPr>
                        <a:buNone/>
                      </a:pPr>
                      <a:r>
                        <a:rPr lang="en-IN" sz="1800"/>
                        <a:t>The system should maintain accurate and consistent tournament, student, team, and approval information.</a:t>
                      </a:r>
                    </a:p>
                  </a:txBody>
                  <a:tcPr marL="48149" marR="48149" marT="24074" marB="24074" anchor="ctr"/>
                </a:tc>
                <a:extLst>
                  <a:ext uri="{0D108BD9-81ED-4DB2-BD59-A6C34878D82A}">
                    <a16:rowId xmlns:a16="http://schemas.microsoft.com/office/drawing/2014/main" val="3942222356"/>
                  </a:ext>
                </a:extLst>
              </a:tr>
              <a:tr h="621408">
                <a:tc>
                  <a:txBody>
                    <a:bodyPr/>
                    <a:lstStyle/>
                    <a:p>
                      <a:pPr>
                        <a:buNone/>
                      </a:pPr>
                      <a:r>
                        <a:rPr lang="en-IN" sz="1800"/>
                        <a:t>Scalability</a:t>
                      </a:r>
                    </a:p>
                  </a:txBody>
                  <a:tcPr marL="48149" marR="48149" marT="24074" marB="24074" anchor="ctr"/>
                </a:tc>
                <a:tc>
                  <a:txBody>
                    <a:bodyPr/>
                    <a:lstStyle/>
                    <a:p>
                      <a:pPr>
                        <a:buNone/>
                      </a:pPr>
                      <a:r>
                        <a:rPr lang="en-IN" sz="1800"/>
                        <a:t>The system should support an increasing number of tournaments, students, and team registrations.</a:t>
                      </a:r>
                    </a:p>
                  </a:txBody>
                  <a:tcPr marL="48149" marR="48149" marT="24074" marB="24074" anchor="ctr"/>
                </a:tc>
                <a:extLst>
                  <a:ext uri="{0D108BD9-81ED-4DB2-BD59-A6C34878D82A}">
                    <a16:rowId xmlns:a16="http://schemas.microsoft.com/office/drawing/2014/main" val="3372272088"/>
                  </a:ext>
                </a:extLst>
              </a:tr>
              <a:tr h="621408">
                <a:tc>
                  <a:txBody>
                    <a:bodyPr/>
                    <a:lstStyle/>
                    <a:p>
                      <a:pPr>
                        <a:buNone/>
                      </a:pPr>
                      <a:r>
                        <a:rPr lang="en-IN" sz="1800"/>
                        <a:t>Availability</a:t>
                      </a:r>
                    </a:p>
                  </a:txBody>
                  <a:tcPr marL="48149" marR="48149" marT="24074" marB="24074" anchor="ctr"/>
                </a:tc>
                <a:tc>
                  <a:txBody>
                    <a:bodyPr/>
                    <a:lstStyle/>
                    <a:p>
                      <a:pPr>
                        <a:buNone/>
                      </a:pPr>
                      <a:r>
                        <a:rPr lang="en-IN" sz="1800" dirty="0"/>
                        <a:t>The system should be available whenever users need to access tournament and registration services.</a:t>
                      </a:r>
                    </a:p>
                  </a:txBody>
                  <a:tcPr marL="48149" marR="48149" marT="24074" marB="24074" anchor="ctr"/>
                </a:tc>
                <a:extLst>
                  <a:ext uri="{0D108BD9-81ED-4DB2-BD59-A6C34878D82A}">
                    <a16:rowId xmlns:a16="http://schemas.microsoft.com/office/drawing/2014/main" val="1147769847"/>
                  </a:ext>
                </a:extLst>
              </a:tr>
              <a:tr h="621408">
                <a:tc>
                  <a:txBody>
                    <a:bodyPr/>
                    <a:lstStyle/>
                    <a:p>
                      <a:pPr>
                        <a:buNone/>
                      </a:pPr>
                      <a:r>
                        <a:rPr lang="en-IN" sz="1800" dirty="0"/>
                        <a:t>Maintainability</a:t>
                      </a:r>
                    </a:p>
                  </a:txBody>
                  <a:tcPr marL="48149" marR="48149" marT="24074" marB="24074" anchor="ctr"/>
                </a:tc>
                <a:tc>
                  <a:txBody>
                    <a:bodyPr/>
                    <a:lstStyle/>
                    <a:p>
                      <a:pPr>
                        <a:buNone/>
                      </a:pPr>
                      <a:r>
                        <a:rPr lang="en-IN" sz="1800"/>
                        <a:t>The system should use a modular structure so that future features and changes can be implemented easily.</a:t>
                      </a:r>
                    </a:p>
                  </a:txBody>
                  <a:tcPr marL="48149" marR="48149" marT="24074" marB="24074" anchor="ctr"/>
                </a:tc>
                <a:extLst>
                  <a:ext uri="{0D108BD9-81ED-4DB2-BD59-A6C34878D82A}">
                    <a16:rowId xmlns:a16="http://schemas.microsoft.com/office/drawing/2014/main" val="1110232252"/>
                  </a:ext>
                </a:extLst>
              </a:tr>
              <a:tr h="621408">
                <a:tc>
                  <a:txBody>
                    <a:bodyPr/>
                    <a:lstStyle/>
                    <a:p>
                      <a:pPr>
                        <a:buNone/>
                      </a:pPr>
                      <a:r>
                        <a:rPr lang="en-IN" sz="1800"/>
                        <a:t>Compatibility</a:t>
                      </a:r>
                    </a:p>
                  </a:txBody>
                  <a:tcPr marL="48149" marR="48149" marT="24074" marB="24074" anchor="ctr"/>
                </a:tc>
                <a:tc>
                  <a:txBody>
                    <a:bodyPr/>
                    <a:lstStyle/>
                    <a:p>
                      <a:pPr>
                        <a:buNone/>
                      </a:pPr>
                      <a:r>
                        <a:rPr lang="en-IN" sz="1800" dirty="0"/>
                        <a:t>The system should work correctly on modern web browsers and different screen sizes.</a:t>
                      </a:r>
                    </a:p>
                  </a:txBody>
                  <a:tcPr marL="48149" marR="48149" marT="24074" marB="24074" anchor="ctr"/>
                </a:tc>
                <a:extLst>
                  <a:ext uri="{0D108BD9-81ED-4DB2-BD59-A6C34878D82A}">
                    <a16:rowId xmlns:a16="http://schemas.microsoft.com/office/drawing/2014/main" val="3311153208"/>
                  </a:ext>
                </a:extLst>
              </a:tr>
            </a:tbl>
          </a:graphicData>
        </a:graphic>
      </p:graphicFrame>
    </p:spTree>
    <p:extLst>
      <p:ext uri="{BB962C8B-B14F-4D97-AF65-F5344CB8AC3E}">
        <p14:creationId xmlns:p14="http://schemas.microsoft.com/office/powerpoint/2010/main" val="14451758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7212BF8-F463-4640-2115-F87896B0E90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D429E2D-7DB0-70DE-3002-410C4CADA0C4}"/>
              </a:ext>
            </a:extLst>
          </p:cNvPr>
          <p:cNvPicPr>
            <a:picLocks noChangeAspect="1"/>
          </p:cNvPicPr>
          <p:nvPr/>
        </p:nvPicPr>
        <p:blipFill>
          <a:blip r:embed="rId2"/>
          <a:stretch>
            <a:fillRect/>
          </a:stretch>
        </p:blipFill>
        <p:spPr>
          <a:xfrm>
            <a:off x="0" y="238450"/>
            <a:ext cx="12192000" cy="6381099"/>
          </a:xfrm>
          <a:prstGeom prst="rect">
            <a:avLst/>
          </a:prstGeom>
        </p:spPr>
      </p:pic>
    </p:spTree>
    <p:extLst>
      <p:ext uri="{BB962C8B-B14F-4D97-AF65-F5344CB8AC3E}">
        <p14:creationId xmlns:p14="http://schemas.microsoft.com/office/powerpoint/2010/main" val="33636675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7397FD4-C8D6-1595-7D2E-E8E4B4CC2DA2}"/>
              </a:ext>
            </a:extLst>
          </p:cNvPr>
          <p:cNvSpPr txBox="1"/>
          <p:nvPr/>
        </p:nvSpPr>
        <p:spPr>
          <a:xfrm>
            <a:off x="990600" y="1808420"/>
            <a:ext cx="10820400" cy="4196020"/>
          </a:xfrm>
          <a:prstGeom prst="rect">
            <a:avLst/>
          </a:prstGeom>
          <a:noFill/>
        </p:spPr>
        <p:txBody>
          <a:bodyPr wrap="square">
            <a:spAutoFit/>
          </a:bodyPr>
          <a:lstStyle/>
          <a:p>
            <a:pPr>
              <a:lnSpc>
                <a:spcPct val="150000"/>
              </a:lnSpc>
              <a:buNone/>
            </a:pPr>
            <a:r>
              <a:rPr lang="en-IN" b="1" dirty="0"/>
              <a:t>Sprint 1</a:t>
            </a:r>
            <a:endParaRPr lang="en-IN" dirty="0"/>
          </a:p>
          <a:p>
            <a:pPr>
              <a:lnSpc>
                <a:spcPct val="150000"/>
              </a:lnSpc>
              <a:buNone/>
            </a:pPr>
            <a:r>
              <a:rPr lang="en-IN" dirty="0"/>
              <a:t>Authentication &amp; RBAC → Facility Management → Tournament Proposal Submission → Tournament Proposal Approval</a:t>
            </a:r>
          </a:p>
          <a:p>
            <a:pPr>
              <a:lnSpc>
                <a:spcPct val="150000"/>
              </a:lnSpc>
              <a:buNone/>
            </a:pPr>
            <a:r>
              <a:rPr lang="en-IN" b="1" dirty="0"/>
              <a:t>Sprint 2</a:t>
            </a:r>
            <a:endParaRPr lang="en-IN" dirty="0"/>
          </a:p>
          <a:p>
            <a:pPr>
              <a:lnSpc>
                <a:spcPct val="150000"/>
              </a:lnSpc>
              <a:buNone/>
            </a:pPr>
            <a:r>
              <a:rPr lang="en-IN" dirty="0"/>
              <a:t>Approved Tournament Management → Internal/External Student Registration → Team Registration Approval</a:t>
            </a:r>
          </a:p>
          <a:p>
            <a:pPr>
              <a:lnSpc>
                <a:spcPct val="150000"/>
              </a:lnSpc>
              <a:buNone/>
            </a:pPr>
            <a:r>
              <a:rPr lang="en-IN" b="1" dirty="0"/>
              <a:t>Sprint 3</a:t>
            </a:r>
            <a:endParaRPr lang="en-IN" dirty="0"/>
          </a:p>
          <a:p>
            <a:pPr>
              <a:lnSpc>
                <a:spcPct val="150000"/>
              </a:lnSpc>
              <a:buNone/>
            </a:pPr>
            <a:r>
              <a:rPr lang="en-IN" dirty="0"/>
              <a:t>Public Tournament Information → Facility Booking → Match Scheduling → Match Score Management</a:t>
            </a:r>
          </a:p>
          <a:p>
            <a:pPr>
              <a:lnSpc>
                <a:spcPct val="150000"/>
              </a:lnSpc>
              <a:buNone/>
            </a:pPr>
            <a:r>
              <a:rPr lang="en-IN" b="1" dirty="0"/>
              <a:t>Sprint 4</a:t>
            </a:r>
            <a:endParaRPr lang="en-IN" dirty="0"/>
          </a:p>
          <a:p>
            <a:pPr>
              <a:lnSpc>
                <a:spcPct val="150000"/>
              </a:lnSpc>
              <a:buNone/>
            </a:pPr>
            <a:r>
              <a:rPr lang="en-IN" dirty="0"/>
              <a:t>Tournament Rewards Management → Equipment Management → Equipment Request &amp; Return</a:t>
            </a:r>
          </a:p>
        </p:txBody>
      </p:sp>
      <p:sp>
        <p:nvSpPr>
          <p:cNvPr id="5" name="TextBox 4">
            <a:extLst>
              <a:ext uri="{FF2B5EF4-FFF2-40B4-BE49-F238E27FC236}">
                <a16:creationId xmlns:a16="http://schemas.microsoft.com/office/drawing/2014/main" id="{6A7D730B-D00E-C708-1F73-1C066D823042}"/>
              </a:ext>
            </a:extLst>
          </p:cNvPr>
          <p:cNvSpPr txBox="1"/>
          <p:nvPr/>
        </p:nvSpPr>
        <p:spPr>
          <a:xfrm>
            <a:off x="1219200" y="889060"/>
            <a:ext cx="6096000" cy="523220"/>
          </a:xfrm>
          <a:prstGeom prst="rect">
            <a:avLst/>
          </a:prstGeom>
          <a:noFill/>
        </p:spPr>
        <p:txBody>
          <a:bodyPr wrap="square">
            <a:spAutoFit/>
          </a:bodyPr>
          <a:lstStyle/>
          <a:p>
            <a:r>
              <a:rPr lang="en-IN" sz="2800" b="1" dirty="0"/>
              <a:t>overall project flow</a:t>
            </a:r>
          </a:p>
        </p:txBody>
      </p:sp>
    </p:spTree>
    <p:extLst>
      <p:ext uri="{BB962C8B-B14F-4D97-AF65-F5344CB8AC3E}">
        <p14:creationId xmlns:p14="http://schemas.microsoft.com/office/powerpoint/2010/main" val="28831539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C521FF35-496D-9FF7-7D1C-018C4FB9D5DF}"/>
              </a:ext>
            </a:extLst>
          </p:cNvPr>
          <p:cNvGraphicFramePr>
            <a:graphicFrameLocks noGrp="1"/>
          </p:cNvGraphicFramePr>
          <p:nvPr>
            <p:extLst>
              <p:ext uri="{D42A27DB-BD31-4B8C-83A1-F6EECF244321}">
                <p14:modId xmlns:p14="http://schemas.microsoft.com/office/powerpoint/2010/main" val="3992306416"/>
              </p:ext>
            </p:extLst>
          </p:nvPr>
        </p:nvGraphicFramePr>
        <p:xfrm>
          <a:off x="533400" y="914400"/>
          <a:ext cx="5715000" cy="5538058"/>
        </p:xfrm>
        <a:graphic>
          <a:graphicData uri="http://schemas.openxmlformats.org/drawingml/2006/table">
            <a:tbl>
              <a:tblPr>
                <a:tableStyleId>{5C22544A-7EE6-4342-B048-85BDC9FD1C3A}</a:tableStyleId>
              </a:tblPr>
              <a:tblGrid>
                <a:gridCol w="1219200">
                  <a:extLst>
                    <a:ext uri="{9D8B030D-6E8A-4147-A177-3AD203B41FA5}">
                      <a16:colId xmlns:a16="http://schemas.microsoft.com/office/drawing/2014/main" val="3637331304"/>
                    </a:ext>
                  </a:extLst>
                </a:gridCol>
                <a:gridCol w="1981200">
                  <a:extLst>
                    <a:ext uri="{9D8B030D-6E8A-4147-A177-3AD203B41FA5}">
                      <a16:colId xmlns:a16="http://schemas.microsoft.com/office/drawing/2014/main" val="631086252"/>
                    </a:ext>
                  </a:extLst>
                </a:gridCol>
                <a:gridCol w="2514600">
                  <a:extLst>
                    <a:ext uri="{9D8B030D-6E8A-4147-A177-3AD203B41FA5}">
                      <a16:colId xmlns:a16="http://schemas.microsoft.com/office/drawing/2014/main" val="247719455"/>
                    </a:ext>
                  </a:extLst>
                </a:gridCol>
              </a:tblGrid>
              <a:tr h="626747">
                <a:tc>
                  <a:txBody>
                    <a:bodyPr/>
                    <a:lstStyle/>
                    <a:p>
                      <a:pPr>
                        <a:buNone/>
                      </a:pPr>
                      <a:r>
                        <a:rPr lang="en-IN" sz="1600"/>
                        <a:t>Backlog ID</a:t>
                      </a:r>
                    </a:p>
                  </a:txBody>
                  <a:tcPr marL="82391" marR="82391" marT="41196" marB="41196" anchor="ctr"/>
                </a:tc>
                <a:tc>
                  <a:txBody>
                    <a:bodyPr/>
                    <a:lstStyle/>
                    <a:p>
                      <a:pPr>
                        <a:buNone/>
                      </a:pPr>
                      <a:r>
                        <a:rPr lang="en-IN" sz="1600" dirty="0"/>
                        <a:t>Backlog Item</a:t>
                      </a:r>
                    </a:p>
                  </a:txBody>
                  <a:tcPr marL="82391" marR="82391" marT="41196" marB="41196" anchor="ctr"/>
                </a:tc>
                <a:tc>
                  <a:txBody>
                    <a:bodyPr/>
                    <a:lstStyle/>
                    <a:p>
                      <a:pPr>
                        <a:buNone/>
                      </a:pPr>
                      <a:r>
                        <a:rPr lang="en-IN" sz="1600"/>
                        <a:t>Main Plan</a:t>
                      </a:r>
                    </a:p>
                  </a:txBody>
                  <a:tcPr marL="82391" marR="82391" marT="41196" marB="41196" anchor="ctr"/>
                </a:tc>
                <a:extLst>
                  <a:ext uri="{0D108BD9-81ED-4DB2-BD59-A6C34878D82A}">
                    <a16:rowId xmlns:a16="http://schemas.microsoft.com/office/drawing/2014/main" val="1357249023"/>
                  </a:ext>
                </a:extLst>
              </a:tr>
              <a:tr h="1524000">
                <a:tc>
                  <a:txBody>
                    <a:bodyPr/>
                    <a:lstStyle/>
                    <a:p>
                      <a:pPr>
                        <a:buNone/>
                      </a:pPr>
                      <a:r>
                        <a:rPr lang="en-IN" sz="1600" dirty="0"/>
                        <a:t>SCRUM-15</a:t>
                      </a:r>
                    </a:p>
                  </a:txBody>
                  <a:tcPr marL="82391" marR="82391" marT="41196" marB="41196" anchor="ctr"/>
                </a:tc>
                <a:tc>
                  <a:txBody>
                    <a:bodyPr/>
                    <a:lstStyle/>
                    <a:p>
                      <a:pPr>
                        <a:buNone/>
                      </a:pPr>
                      <a:r>
                        <a:rPr lang="en-IN" sz="1600"/>
                        <a:t>Public Tournament Information</a:t>
                      </a:r>
                    </a:p>
                  </a:txBody>
                  <a:tcPr marL="82391" marR="82391" marT="41196" marB="41196" anchor="ctr"/>
                </a:tc>
                <a:tc>
                  <a:txBody>
                    <a:bodyPr/>
                    <a:lstStyle/>
                    <a:p>
                      <a:pPr>
                        <a:buNone/>
                      </a:pPr>
                      <a:r>
                        <a:rPr lang="en-IN" sz="1600"/>
                        <a:t>Display approved tournament details, participating teams, schedules, and results to users/public visitors.</a:t>
                      </a:r>
                    </a:p>
                  </a:txBody>
                  <a:tcPr marL="82391" marR="82391" marT="41196" marB="41196" anchor="ctr"/>
                </a:tc>
                <a:extLst>
                  <a:ext uri="{0D108BD9-81ED-4DB2-BD59-A6C34878D82A}">
                    <a16:rowId xmlns:a16="http://schemas.microsoft.com/office/drawing/2014/main" val="3762690879"/>
                  </a:ext>
                </a:extLst>
              </a:tr>
              <a:tr h="1219200">
                <a:tc>
                  <a:txBody>
                    <a:bodyPr/>
                    <a:lstStyle/>
                    <a:p>
                      <a:pPr>
                        <a:buNone/>
                      </a:pPr>
                      <a:r>
                        <a:rPr lang="en-IN" sz="1600"/>
                        <a:t>SCRUM-12</a:t>
                      </a:r>
                    </a:p>
                  </a:txBody>
                  <a:tcPr marL="82391" marR="82391" marT="41196" marB="41196" anchor="ctr"/>
                </a:tc>
                <a:tc>
                  <a:txBody>
                    <a:bodyPr/>
                    <a:lstStyle/>
                    <a:p>
                      <a:pPr>
                        <a:buNone/>
                      </a:pPr>
                      <a:r>
                        <a:rPr lang="en-IN" sz="1600"/>
                        <a:t>Sports Facility Booking</a:t>
                      </a:r>
                    </a:p>
                  </a:txBody>
                  <a:tcPr marL="82391" marR="82391" marT="41196" marB="41196" anchor="ctr"/>
                </a:tc>
                <a:tc>
                  <a:txBody>
                    <a:bodyPr/>
                    <a:lstStyle/>
                    <a:p>
                      <a:pPr>
                        <a:buNone/>
                      </a:pPr>
                      <a:r>
                        <a:rPr lang="en-IN" sz="1600"/>
                        <a:t>Allow authorized users to view facility availability and book available sports facilities.</a:t>
                      </a:r>
                    </a:p>
                  </a:txBody>
                  <a:tcPr marL="82391" marR="82391" marT="41196" marB="41196" anchor="ctr"/>
                </a:tc>
                <a:extLst>
                  <a:ext uri="{0D108BD9-81ED-4DB2-BD59-A6C34878D82A}">
                    <a16:rowId xmlns:a16="http://schemas.microsoft.com/office/drawing/2014/main" val="2870991794"/>
                  </a:ext>
                </a:extLst>
              </a:tr>
              <a:tr h="1225286">
                <a:tc>
                  <a:txBody>
                    <a:bodyPr/>
                    <a:lstStyle/>
                    <a:p>
                      <a:pPr>
                        <a:buNone/>
                      </a:pPr>
                      <a:r>
                        <a:rPr lang="en-IN" sz="1600"/>
                        <a:t>SCRUM-6</a:t>
                      </a:r>
                    </a:p>
                  </a:txBody>
                  <a:tcPr marL="82391" marR="82391" marT="41196" marB="41196" anchor="ctr"/>
                </a:tc>
                <a:tc>
                  <a:txBody>
                    <a:bodyPr/>
                    <a:lstStyle/>
                    <a:p>
                      <a:pPr>
                        <a:buNone/>
                      </a:pPr>
                      <a:r>
                        <a:rPr lang="en-IN" sz="1600"/>
                        <a:t>Match Scheduling</a:t>
                      </a:r>
                    </a:p>
                  </a:txBody>
                  <a:tcPr marL="82391" marR="82391" marT="41196" marB="41196" anchor="ctr"/>
                </a:tc>
                <a:tc>
                  <a:txBody>
                    <a:bodyPr/>
                    <a:lstStyle/>
                    <a:p>
                      <a:pPr>
                        <a:buNone/>
                      </a:pPr>
                      <a:r>
                        <a:rPr lang="en-IN" sz="1600"/>
                        <a:t>Create and manage match schedules with teams, dates, times, and venues.</a:t>
                      </a:r>
                    </a:p>
                  </a:txBody>
                  <a:tcPr marL="82391" marR="82391" marT="41196" marB="41196" anchor="ctr"/>
                </a:tc>
                <a:extLst>
                  <a:ext uri="{0D108BD9-81ED-4DB2-BD59-A6C34878D82A}">
                    <a16:rowId xmlns:a16="http://schemas.microsoft.com/office/drawing/2014/main" val="1523029559"/>
                  </a:ext>
                </a:extLst>
              </a:tr>
              <a:tr h="942825">
                <a:tc>
                  <a:txBody>
                    <a:bodyPr/>
                    <a:lstStyle/>
                    <a:p>
                      <a:pPr>
                        <a:buNone/>
                      </a:pPr>
                      <a:r>
                        <a:rPr lang="en-IN" sz="1600"/>
                        <a:t>SCRUM-7</a:t>
                      </a:r>
                    </a:p>
                  </a:txBody>
                  <a:tcPr marL="82391" marR="82391" marT="41196" marB="41196" anchor="ctr"/>
                </a:tc>
                <a:tc>
                  <a:txBody>
                    <a:bodyPr/>
                    <a:lstStyle/>
                    <a:p>
                      <a:pPr>
                        <a:buNone/>
                      </a:pPr>
                      <a:r>
                        <a:rPr lang="en-IN" sz="1600" dirty="0"/>
                        <a:t>Match Score Management</a:t>
                      </a:r>
                    </a:p>
                  </a:txBody>
                  <a:tcPr marL="82391" marR="82391" marT="41196" marB="41196" anchor="ctr"/>
                </a:tc>
                <a:tc>
                  <a:txBody>
                    <a:bodyPr/>
                    <a:lstStyle/>
                    <a:p>
                      <a:pPr>
                        <a:buNone/>
                      </a:pPr>
                      <a:r>
                        <a:rPr lang="en-IN" sz="1600" dirty="0"/>
                        <a:t>Record, update, and display scores and match results.</a:t>
                      </a:r>
                    </a:p>
                  </a:txBody>
                  <a:tcPr marL="82391" marR="82391" marT="41196" marB="41196" anchor="ctr"/>
                </a:tc>
                <a:extLst>
                  <a:ext uri="{0D108BD9-81ED-4DB2-BD59-A6C34878D82A}">
                    <a16:rowId xmlns:a16="http://schemas.microsoft.com/office/drawing/2014/main" val="1776744979"/>
                  </a:ext>
                </a:extLst>
              </a:tr>
            </a:tbl>
          </a:graphicData>
        </a:graphic>
      </p:graphicFrame>
      <p:sp>
        <p:nvSpPr>
          <p:cNvPr id="4" name="TextBox 3">
            <a:extLst>
              <a:ext uri="{FF2B5EF4-FFF2-40B4-BE49-F238E27FC236}">
                <a16:creationId xmlns:a16="http://schemas.microsoft.com/office/drawing/2014/main" id="{8D8812A2-27DF-6948-8AA7-49A05DA1ABD3}"/>
              </a:ext>
            </a:extLst>
          </p:cNvPr>
          <p:cNvSpPr txBox="1"/>
          <p:nvPr/>
        </p:nvSpPr>
        <p:spPr>
          <a:xfrm>
            <a:off x="6705600" y="533400"/>
            <a:ext cx="5257800" cy="5223033"/>
          </a:xfrm>
          <a:prstGeom prst="rect">
            <a:avLst/>
          </a:prstGeom>
          <a:noFill/>
        </p:spPr>
        <p:txBody>
          <a:bodyPr wrap="square">
            <a:spAutoFit/>
          </a:bodyPr>
          <a:lstStyle/>
          <a:p>
            <a:pPr>
              <a:lnSpc>
                <a:spcPct val="150000"/>
              </a:lnSpc>
              <a:buNone/>
            </a:pPr>
            <a:r>
              <a:rPr lang="en-IN" sz="1400" b="1" dirty="0"/>
              <a:t>Week 1 — Sprint 3</a:t>
            </a:r>
          </a:p>
          <a:p>
            <a:pPr marL="342900" lvl="0" indent="-342900">
              <a:lnSpc>
                <a:spcPct val="150000"/>
              </a:lnSpc>
              <a:buFont typeface="Arial" panose="020B0604020202020204" pitchFamily="34" charset="0"/>
              <a:buChar char="•"/>
            </a:pPr>
            <a:r>
              <a:rPr lang="en-IN" sz="1400" dirty="0"/>
              <a:t>Develop </a:t>
            </a:r>
            <a:r>
              <a:rPr lang="en-IN" sz="1400" b="1" dirty="0"/>
              <a:t>Public Tournament Information</a:t>
            </a:r>
            <a:r>
              <a:rPr lang="en-IN" sz="1400" dirty="0"/>
              <a:t>. </a:t>
            </a:r>
          </a:p>
          <a:p>
            <a:pPr marL="342900" lvl="0" indent="-342900">
              <a:lnSpc>
                <a:spcPct val="150000"/>
              </a:lnSpc>
              <a:buFont typeface="Arial" panose="020B0604020202020204" pitchFamily="34" charset="0"/>
              <a:buChar char="•"/>
            </a:pPr>
            <a:r>
              <a:rPr lang="en-IN" sz="1400" dirty="0"/>
              <a:t>Display approved tournament details. </a:t>
            </a:r>
          </a:p>
          <a:p>
            <a:pPr marL="342900" lvl="0" indent="-342900">
              <a:lnSpc>
                <a:spcPct val="150000"/>
              </a:lnSpc>
              <a:buFont typeface="Arial" panose="020B0604020202020204" pitchFamily="34" charset="0"/>
              <a:buChar char="•"/>
            </a:pPr>
            <a:r>
              <a:rPr lang="en-IN" sz="1400" dirty="0"/>
              <a:t>Display participating teams and tournament schedules. </a:t>
            </a:r>
          </a:p>
          <a:p>
            <a:pPr marL="342900" lvl="0" indent="-342900">
              <a:lnSpc>
                <a:spcPct val="150000"/>
              </a:lnSpc>
              <a:buFont typeface="Arial" panose="020B0604020202020204" pitchFamily="34" charset="0"/>
              <a:buChar char="•"/>
            </a:pPr>
            <a:r>
              <a:rPr lang="en-IN" sz="1400" dirty="0"/>
              <a:t>Develop </a:t>
            </a:r>
            <a:r>
              <a:rPr lang="en-IN" sz="1400" b="1" dirty="0"/>
              <a:t>Sports Facility Booking</a:t>
            </a:r>
            <a:r>
              <a:rPr lang="en-IN" sz="1400" dirty="0"/>
              <a:t>. </a:t>
            </a:r>
          </a:p>
          <a:p>
            <a:pPr marL="342900" lvl="0" indent="-342900">
              <a:lnSpc>
                <a:spcPct val="150000"/>
              </a:lnSpc>
              <a:buFont typeface="Arial" panose="020B0604020202020204" pitchFamily="34" charset="0"/>
              <a:buChar char="•"/>
            </a:pPr>
            <a:r>
              <a:rPr lang="en-IN" sz="1400" dirty="0"/>
              <a:t>Display available facilities and booking slots. </a:t>
            </a:r>
          </a:p>
          <a:p>
            <a:pPr marL="342900" lvl="0" indent="-342900">
              <a:lnSpc>
                <a:spcPct val="150000"/>
              </a:lnSpc>
              <a:buFont typeface="Arial" panose="020B0604020202020204" pitchFamily="34" charset="0"/>
              <a:buChar char="•"/>
            </a:pPr>
            <a:r>
              <a:rPr lang="en-IN" sz="1400" dirty="0"/>
              <a:t>Implement booking and availability validation. </a:t>
            </a:r>
          </a:p>
          <a:p>
            <a:pPr>
              <a:lnSpc>
                <a:spcPct val="150000"/>
              </a:lnSpc>
              <a:buNone/>
            </a:pPr>
            <a:r>
              <a:rPr lang="en-IN" sz="1400" b="1" dirty="0"/>
              <a:t>Week 2 — Sprint 3</a:t>
            </a:r>
          </a:p>
          <a:p>
            <a:pPr marL="342900" lvl="0" indent="-342900">
              <a:lnSpc>
                <a:spcPct val="150000"/>
              </a:lnSpc>
              <a:buFont typeface="Arial" panose="020B0604020202020204" pitchFamily="34" charset="0"/>
              <a:buChar char="•"/>
            </a:pPr>
            <a:r>
              <a:rPr lang="en-IN" sz="1400" dirty="0"/>
              <a:t>Develop </a:t>
            </a:r>
            <a:r>
              <a:rPr lang="en-IN" sz="1400" b="1" dirty="0"/>
              <a:t>Match Scheduling</a:t>
            </a:r>
            <a:r>
              <a:rPr lang="en-IN" sz="1400" dirty="0"/>
              <a:t>. </a:t>
            </a:r>
          </a:p>
          <a:p>
            <a:pPr marL="342900" lvl="0" indent="-342900">
              <a:lnSpc>
                <a:spcPct val="150000"/>
              </a:lnSpc>
              <a:buFont typeface="Arial" panose="020B0604020202020204" pitchFamily="34" charset="0"/>
              <a:buChar char="•"/>
            </a:pPr>
            <a:r>
              <a:rPr lang="en-IN" sz="1400" dirty="0"/>
              <a:t>Assign teams, dates, times, and venues to matches. </a:t>
            </a:r>
          </a:p>
          <a:p>
            <a:pPr marL="342900" lvl="0" indent="-342900">
              <a:lnSpc>
                <a:spcPct val="150000"/>
              </a:lnSpc>
              <a:buFont typeface="Arial" panose="020B0604020202020204" pitchFamily="34" charset="0"/>
              <a:buChar char="•"/>
            </a:pPr>
            <a:r>
              <a:rPr lang="en-IN" sz="1400" dirty="0"/>
              <a:t>Develop </a:t>
            </a:r>
            <a:r>
              <a:rPr lang="en-IN" sz="1400" b="1" dirty="0"/>
              <a:t>Match Score Management</a:t>
            </a:r>
            <a:r>
              <a:rPr lang="en-IN" sz="1400" dirty="0"/>
              <a:t>. </a:t>
            </a:r>
          </a:p>
          <a:p>
            <a:pPr marL="342900" lvl="0" indent="-342900">
              <a:lnSpc>
                <a:spcPct val="150000"/>
              </a:lnSpc>
              <a:buFont typeface="Arial" panose="020B0604020202020204" pitchFamily="34" charset="0"/>
              <a:buChar char="•"/>
            </a:pPr>
            <a:r>
              <a:rPr lang="en-IN" sz="1400" dirty="0"/>
              <a:t>Record and update match scores. </a:t>
            </a:r>
          </a:p>
          <a:p>
            <a:pPr marL="342900" lvl="0" indent="-342900">
              <a:lnSpc>
                <a:spcPct val="150000"/>
              </a:lnSpc>
              <a:buFont typeface="Arial" panose="020B0604020202020204" pitchFamily="34" charset="0"/>
              <a:buChar char="•"/>
            </a:pPr>
            <a:r>
              <a:rPr lang="en-IN" sz="1400" dirty="0"/>
              <a:t>Display match results. </a:t>
            </a:r>
          </a:p>
          <a:p>
            <a:pPr marL="342900" lvl="0" indent="-342900">
              <a:lnSpc>
                <a:spcPct val="150000"/>
              </a:lnSpc>
              <a:buFont typeface="Arial" panose="020B0604020202020204" pitchFamily="34" charset="0"/>
              <a:buChar char="•"/>
            </a:pPr>
            <a:r>
              <a:rPr lang="en-IN" sz="1400" dirty="0"/>
              <a:t>Integrate scheduling and scores with approved tournaments. </a:t>
            </a:r>
          </a:p>
          <a:p>
            <a:pPr marL="342900" lvl="0" indent="-342900">
              <a:lnSpc>
                <a:spcPct val="150000"/>
              </a:lnSpc>
              <a:buFont typeface="Arial" panose="020B0604020202020204" pitchFamily="34" charset="0"/>
              <a:buChar char="•"/>
            </a:pPr>
            <a:r>
              <a:rPr lang="en-IN" sz="1400" dirty="0"/>
              <a:t>Perform Sprint 3 testing.</a:t>
            </a:r>
          </a:p>
        </p:txBody>
      </p:sp>
      <p:sp>
        <p:nvSpPr>
          <p:cNvPr id="5" name="Title 1">
            <a:extLst>
              <a:ext uri="{FF2B5EF4-FFF2-40B4-BE49-F238E27FC236}">
                <a16:creationId xmlns:a16="http://schemas.microsoft.com/office/drawing/2014/main" id="{3C00EA4D-EB5C-1E9E-0C33-28A74B2FAD2A}"/>
              </a:ext>
            </a:extLst>
          </p:cNvPr>
          <p:cNvSpPr txBox="1">
            <a:spLocks/>
          </p:cNvSpPr>
          <p:nvPr/>
        </p:nvSpPr>
        <p:spPr>
          <a:xfrm>
            <a:off x="875919" y="533400"/>
            <a:ext cx="5601081" cy="369332"/>
          </a:xfrm>
          <a:prstGeom prst="rect">
            <a:avLst/>
          </a:prstGeom>
        </p:spPr>
        <p:txBody>
          <a:bodyPr/>
          <a:lstStyle>
            <a:lvl1pPr>
              <a:defRPr>
                <a:latin typeface="+mj-lt"/>
                <a:ea typeface="+mj-ea"/>
                <a:cs typeface="+mj-cs"/>
              </a:defRPr>
            </a:lvl1pPr>
          </a:lstStyle>
          <a:p>
            <a:r>
              <a:rPr lang="en-IN" b="1" dirty="0"/>
              <a:t>SPRINT 3 plan</a:t>
            </a:r>
          </a:p>
        </p:txBody>
      </p:sp>
    </p:spTree>
    <p:extLst>
      <p:ext uri="{BB962C8B-B14F-4D97-AF65-F5344CB8AC3E}">
        <p14:creationId xmlns:p14="http://schemas.microsoft.com/office/powerpoint/2010/main" val="5847621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FDC2AA4E-4C58-F0A2-2011-99BE1CC8739D}"/>
              </a:ext>
            </a:extLst>
          </p:cNvPr>
          <p:cNvGraphicFramePr>
            <a:graphicFrameLocks noGrp="1"/>
          </p:cNvGraphicFramePr>
          <p:nvPr>
            <p:extLst>
              <p:ext uri="{D42A27DB-BD31-4B8C-83A1-F6EECF244321}">
                <p14:modId xmlns:p14="http://schemas.microsoft.com/office/powerpoint/2010/main" val="3411891899"/>
              </p:ext>
            </p:extLst>
          </p:nvPr>
        </p:nvGraphicFramePr>
        <p:xfrm>
          <a:off x="335280" y="762000"/>
          <a:ext cx="5791200" cy="5577840"/>
        </p:xfrm>
        <a:graphic>
          <a:graphicData uri="http://schemas.openxmlformats.org/drawingml/2006/table">
            <a:tbl>
              <a:tblPr>
                <a:tableStyleId>{5C22544A-7EE6-4342-B048-85BDC9FD1C3A}</a:tableStyleId>
              </a:tblPr>
              <a:tblGrid>
                <a:gridCol w="1250373">
                  <a:extLst>
                    <a:ext uri="{9D8B030D-6E8A-4147-A177-3AD203B41FA5}">
                      <a16:colId xmlns:a16="http://schemas.microsoft.com/office/drawing/2014/main" val="905926555"/>
                    </a:ext>
                  </a:extLst>
                </a:gridCol>
                <a:gridCol w="2610427">
                  <a:extLst>
                    <a:ext uri="{9D8B030D-6E8A-4147-A177-3AD203B41FA5}">
                      <a16:colId xmlns:a16="http://schemas.microsoft.com/office/drawing/2014/main" val="4104915850"/>
                    </a:ext>
                  </a:extLst>
                </a:gridCol>
                <a:gridCol w="1930400">
                  <a:extLst>
                    <a:ext uri="{9D8B030D-6E8A-4147-A177-3AD203B41FA5}">
                      <a16:colId xmlns:a16="http://schemas.microsoft.com/office/drawing/2014/main" val="3289960917"/>
                    </a:ext>
                  </a:extLst>
                </a:gridCol>
              </a:tblGrid>
              <a:tr h="317739">
                <a:tc>
                  <a:txBody>
                    <a:bodyPr/>
                    <a:lstStyle/>
                    <a:p>
                      <a:pPr>
                        <a:buNone/>
                      </a:pPr>
                      <a:r>
                        <a:rPr lang="en-IN"/>
                        <a:t>Backlog ID</a:t>
                      </a:r>
                    </a:p>
                  </a:txBody>
                  <a:tcPr anchor="ctr"/>
                </a:tc>
                <a:tc>
                  <a:txBody>
                    <a:bodyPr/>
                    <a:lstStyle/>
                    <a:p>
                      <a:pPr>
                        <a:buNone/>
                      </a:pPr>
                      <a:r>
                        <a:rPr lang="en-IN"/>
                        <a:t>Backlog Item</a:t>
                      </a:r>
                    </a:p>
                  </a:txBody>
                  <a:tcPr anchor="ctr"/>
                </a:tc>
                <a:tc>
                  <a:txBody>
                    <a:bodyPr/>
                    <a:lstStyle/>
                    <a:p>
                      <a:pPr>
                        <a:buNone/>
                      </a:pPr>
                      <a:r>
                        <a:rPr lang="en-IN" dirty="0"/>
                        <a:t>Main Plan</a:t>
                      </a:r>
                    </a:p>
                  </a:txBody>
                  <a:tcPr anchor="ctr"/>
                </a:tc>
                <a:extLst>
                  <a:ext uri="{0D108BD9-81ED-4DB2-BD59-A6C34878D82A}">
                    <a16:rowId xmlns:a16="http://schemas.microsoft.com/office/drawing/2014/main" val="764803857"/>
                  </a:ext>
                </a:extLst>
              </a:tr>
              <a:tr h="1336325">
                <a:tc>
                  <a:txBody>
                    <a:bodyPr/>
                    <a:lstStyle/>
                    <a:p>
                      <a:pPr>
                        <a:buNone/>
                      </a:pPr>
                      <a:r>
                        <a:rPr lang="en-IN"/>
                        <a:t>SCRUM-8</a:t>
                      </a:r>
                    </a:p>
                  </a:txBody>
                  <a:tcPr anchor="ctr"/>
                </a:tc>
                <a:tc>
                  <a:txBody>
                    <a:bodyPr/>
                    <a:lstStyle/>
                    <a:p>
                      <a:pPr>
                        <a:buNone/>
                      </a:pPr>
                      <a:r>
                        <a:rPr lang="en-IN"/>
                        <a:t>Tournament Rewards Management</a:t>
                      </a:r>
                    </a:p>
                  </a:txBody>
                  <a:tcPr anchor="ctr"/>
                </a:tc>
                <a:tc>
                  <a:txBody>
                    <a:bodyPr/>
                    <a:lstStyle/>
                    <a:p>
                      <a:pPr>
                        <a:buNone/>
                      </a:pPr>
                      <a:r>
                        <a:rPr lang="en-IN"/>
                        <a:t>Manage tournament winners, awards, and Man of the Match information.</a:t>
                      </a:r>
                    </a:p>
                  </a:txBody>
                  <a:tcPr anchor="ctr"/>
                </a:tc>
                <a:extLst>
                  <a:ext uri="{0D108BD9-81ED-4DB2-BD59-A6C34878D82A}">
                    <a16:rowId xmlns:a16="http://schemas.microsoft.com/office/drawing/2014/main" val="2450195530"/>
                  </a:ext>
                </a:extLst>
              </a:tr>
              <a:tr h="1547323">
                <a:tc>
                  <a:txBody>
                    <a:bodyPr/>
                    <a:lstStyle/>
                    <a:p>
                      <a:pPr>
                        <a:buNone/>
                      </a:pPr>
                      <a:r>
                        <a:rPr lang="en-IN"/>
                        <a:t>SCRUM-13</a:t>
                      </a:r>
                    </a:p>
                  </a:txBody>
                  <a:tcPr anchor="ctr"/>
                </a:tc>
                <a:tc>
                  <a:txBody>
                    <a:bodyPr/>
                    <a:lstStyle/>
                    <a:p>
                      <a:pPr>
                        <a:buNone/>
                      </a:pPr>
                      <a:r>
                        <a:rPr lang="en-IN"/>
                        <a:t>Equipment Request And Return</a:t>
                      </a:r>
                    </a:p>
                  </a:txBody>
                  <a:tcPr anchor="ctr"/>
                </a:tc>
                <a:tc>
                  <a:txBody>
                    <a:bodyPr/>
                    <a:lstStyle/>
                    <a:p>
                      <a:pPr>
                        <a:buNone/>
                      </a:pPr>
                      <a:r>
                        <a:rPr lang="en-IN"/>
                        <a:t>Allow users to request equipment and manage equipment issue and return processes.</a:t>
                      </a:r>
                    </a:p>
                  </a:txBody>
                  <a:tcPr anchor="ctr"/>
                </a:tc>
                <a:extLst>
                  <a:ext uri="{0D108BD9-81ED-4DB2-BD59-A6C34878D82A}">
                    <a16:rowId xmlns:a16="http://schemas.microsoft.com/office/drawing/2014/main" val="1134946674"/>
                  </a:ext>
                </a:extLst>
              </a:tr>
              <a:tr h="1336325">
                <a:tc>
                  <a:txBody>
                    <a:bodyPr/>
                    <a:lstStyle/>
                    <a:p>
                      <a:pPr>
                        <a:buNone/>
                      </a:pPr>
                      <a:r>
                        <a:rPr lang="en-IN"/>
                        <a:t>SCRUM-14</a:t>
                      </a:r>
                    </a:p>
                  </a:txBody>
                  <a:tcPr anchor="ctr"/>
                </a:tc>
                <a:tc>
                  <a:txBody>
                    <a:bodyPr/>
                    <a:lstStyle/>
                    <a:p>
                      <a:pPr>
                        <a:buNone/>
                      </a:pPr>
                      <a:r>
                        <a:rPr lang="en-IN" dirty="0"/>
                        <a:t>Equipment Management</a:t>
                      </a:r>
                    </a:p>
                  </a:txBody>
                  <a:tcPr anchor="ctr"/>
                </a:tc>
                <a:tc>
                  <a:txBody>
                    <a:bodyPr/>
                    <a:lstStyle/>
                    <a:p>
                      <a:pPr>
                        <a:buNone/>
                      </a:pPr>
                      <a:r>
                        <a:rPr lang="en-IN" dirty="0"/>
                        <a:t>Manage equipment details, inventory, availability, and status.</a:t>
                      </a:r>
                    </a:p>
                  </a:txBody>
                  <a:tcPr anchor="ctr"/>
                </a:tc>
                <a:extLst>
                  <a:ext uri="{0D108BD9-81ED-4DB2-BD59-A6C34878D82A}">
                    <a16:rowId xmlns:a16="http://schemas.microsoft.com/office/drawing/2014/main" val="1450583414"/>
                  </a:ext>
                </a:extLst>
              </a:tr>
            </a:tbl>
          </a:graphicData>
        </a:graphic>
      </p:graphicFrame>
      <p:sp>
        <p:nvSpPr>
          <p:cNvPr id="4" name="TextBox 3">
            <a:extLst>
              <a:ext uri="{FF2B5EF4-FFF2-40B4-BE49-F238E27FC236}">
                <a16:creationId xmlns:a16="http://schemas.microsoft.com/office/drawing/2014/main" id="{4A6D31AF-4859-C8C5-2E44-6B971BDD833B}"/>
              </a:ext>
            </a:extLst>
          </p:cNvPr>
          <p:cNvSpPr txBox="1"/>
          <p:nvPr/>
        </p:nvSpPr>
        <p:spPr>
          <a:xfrm>
            <a:off x="6629400" y="1219200"/>
            <a:ext cx="6096000" cy="4149854"/>
          </a:xfrm>
          <a:prstGeom prst="rect">
            <a:avLst/>
          </a:prstGeom>
          <a:noFill/>
        </p:spPr>
        <p:txBody>
          <a:bodyPr wrap="square">
            <a:spAutoFit/>
          </a:bodyPr>
          <a:lstStyle/>
          <a:p>
            <a:pPr>
              <a:lnSpc>
                <a:spcPct val="150000"/>
              </a:lnSpc>
              <a:buNone/>
            </a:pPr>
            <a:r>
              <a:rPr lang="en-IN" sz="1600" b="1" dirty="0"/>
              <a:t>Week 3 — Sprint 4</a:t>
            </a:r>
          </a:p>
          <a:p>
            <a:pPr marL="342900" lvl="0" indent="-342900">
              <a:lnSpc>
                <a:spcPct val="150000"/>
              </a:lnSpc>
              <a:buFont typeface="Arial" panose="020B0604020202020204" pitchFamily="34" charset="0"/>
              <a:buChar char="•"/>
            </a:pPr>
            <a:r>
              <a:rPr lang="en-IN" sz="1600" dirty="0"/>
              <a:t>Develop </a:t>
            </a:r>
            <a:r>
              <a:rPr lang="en-IN" sz="1600" b="1" dirty="0"/>
              <a:t>Tournament Rewards Management</a:t>
            </a:r>
            <a:r>
              <a:rPr lang="en-IN" sz="1600" dirty="0"/>
              <a:t>. </a:t>
            </a:r>
          </a:p>
          <a:p>
            <a:pPr marL="342900" lvl="0" indent="-342900">
              <a:lnSpc>
                <a:spcPct val="150000"/>
              </a:lnSpc>
              <a:buFont typeface="Arial" panose="020B0604020202020204" pitchFamily="34" charset="0"/>
              <a:buChar char="•"/>
            </a:pPr>
            <a:r>
              <a:rPr lang="en-IN" sz="1600" dirty="0"/>
              <a:t>Record tournament winners and awards. </a:t>
            </a:r>
          </a:p>
          <a:p>
            <a:pPr marL="342900" lvl="0" indent="-342900">
              <a:lnSpc>
                <a:spcPct val="150000"/>
              </a:lnSpc>
              <a:buFont typeface="Arial" panose="020B0604020202020204" pitchFamily="34" charset="0"/>
              <a:buChar char="•"/>
            </a:pPr>
            <a:r>
              <a:rPr lang="en-IN" sz="1600" dirty="0"/>
              <a:t>Manage Man of the Match information. </a:t>
            </a:r>
          </a:p>
          <a:p>
            <a:pPr marL="342900" lvl="0" indent="-342900">
              <a:lnSpc>
                <a:spcPct val="150000"/>
              </a:lnSpc>
              <a:buFont typeface="Arial" panose="020B0604020202020204" pitchFamily="34" charset="0"/>
              <a:buChar char="•"/>
            </a:pPr>
            <a:r>
              <a:rPr lang="en-IN" sz="1600" dirty="0"/>
              <a:t>Develop </a:t>
            </a:r>
            <a:r>
              <a:rPr lang="en-IN" sz="1600" b="1" dirty="0"/>
              <a:t>Equipment Management</a:t>
            </a:r>
            <a:r>
              <a:rPr lang="en-IN" sz="1600" dirty="0"/>
              <a:t>. </a:t>
            </a:r>
          </a:p>
          <a:p>
            <a:pPr marL="342900" lvl="0" indent="-342900">
              <a:lnSpc>
                <a:spcPct val="150000"/>
              </a:lnSpc>
              <a:buFont typeface="Arial" panose="020B0604020202020204" pitchFamily="34" charset="0"/>
              <a:buChar char="•"/>
            </a:pPr>
            <a:r>
              <a:rPr lang="en-IN" sz="1600" dirty="0"/>
              <a:t>Add, update, and view equipment information. </a:t>
            </a:r>
          </a:p>
          <a:p>
            <a:pPr marL="342900" lvl="0" indent="-342900">
              <a:lnSpc>
                <a:spcPct val="150000"/>
              </a:lnSpc>
              <a:buFont typeface="Arial" panose="020B0604020202020204" pitchFamily="34" charset="0"/>
              <a:buChar char="•"/>
            </a:pPr>
            <a:r>
              <a:rPr lang="en-IN" sz="1600" dirty="0"/>
              <a:t>Track equipment availability and status. </a:t>
            </a:r>
          </a:p>
          <a:p>
            <a:pPr marL="342900" lvl="0" indent="-342900">
              <a:lnSpc>
                <a:spcPct val="150000"/>
              </a:lnSpc>
              <a:buFont typeface="Arial" panose="020B0604020202020204" pitchFamily="34" charset="0"/>
              <a:buChar char="•"/>
            </a:pPr>
            <a:r>
              <a:rPr lang="en-IN" sz="1600" dirty="0"/>
              <a:t>Develop </a:t>
            </a:r>
            <a:r>
              <a:rPr lang="en-IN" sz="1600" b="1" dirty="0"/>
              <a:t>Equipment Request and Return</a:t>
            </a:r>
            <a:r>
              <a:rPr lang="en-IN" sz="1600" dirty="0"/>
              <a:t>. </a:t>
            </a:r>
          </a:p>
          <a:p>
            <a:pPr marL="342900" lvl="0" indent="-342900">
              <a:lnSpc>
                <a:spcPct val="150000"/>
              </a:lnSpc>
              <a:buFont typeface="Arial" panose="020B0604020202020204" pitchFamily="34" charset="0"/>
              <a:buChar char="•"/>
            </a:pPr>
            <a:r>
              <a:rPr lang="en-IN" sz="1600" dirty="0"/>
              <a:t>Manage equipment requests, issue, and return. </a:t>
            </a:r>
          </a:p>
          <a:p>
            <a:pPr marL="342900" lvl="0" indent="-342900">
              <a:lnSpc>
                <a:spcPct val="150000"/>
              </a:lnSpc>
              <a:buFont typeface="Arial" panose="020B0604020202020204" pitchFamily="34" charset="0"/>
              <a:buChar char="•"/>
            </a:pPr>
            <a:r>
              <a:rPr lang="en-IN" sz="1600" dirty="0"/>
              <a:t>Integrate equipment requests with equipment availability. </a:t>
            </a:r>
          </a:p>
          <a:p>
            <a:pPr marL="342900" lvl="0" indent="-342900">
              <a:lnSpc>
                <a:spcPct val="150000"/>
              </a:lnSpc>
              <a:buFont typeface="Arial" panose="020B0604020202020204" pitchFamily="34" charset="0"/>
              <a:buChar char="•"/>
            </a:pPr>
            <a:r>
              <a:rPr lang="en-IN" sz="1600" dirty="0"/>
              <a:t>Perform Sprint 4 testing and integration.</a:t>
            </a:r>
          </a:p>
        </p:txBody>
      </p:sp>
      <p:sp>
        <p:nvSpPr>
          <p:cNvPr id="6" name="Title 1">
            <a:extLst>
              <a:ext uri="{FF2B5EF4-FFF2-40B4-BE49-F238E27FC236}">
                <a16:creationId xmlns:a16="http://schemas.microsoft.com/office/drawing/2014/main" id="{93D9ED73-562F-7A8A-17F0-8ED1FD301073}"/>
              </a:ext>
            </a:extLst>
          </p:cNvPr>
          <p:cNvSpPr txBox="1">
            <a:spLocks/>
          </p:cNvSpPr>
          <p:nvPr/>
        </p:nvSpPr>
        <p:spPr>
          <a:xfrm>
            <a:off x="609600" y="333494"/>
            <a:ext cx="1867281" cy="369332"/>
          </a:xfrm>
          <a:prstGeom prst="rect">
            <a:avLst/>
          </a:prstGeom>
        </p:spPr>
        <p:txBody>
          <a:bodyPr/>
          <a:lstStyle>
            <a:lvl1pPr>
              <a:defRPr>
                <a:latin typeface="+mj-lt"/>
                <a:ea typeface="+mj-ea"/>
                <a:cs typeface="+mj-cs"/>
              </a:defRPr>
            </a:lvl1pPr>
          </a:lstStyle>
          <a:p>
            <a:r>
              <a:rPr lang="en-IN" b="1" dirty="0"/>
              <a:t>SPRINT 4 Plan</a:t>
            </a:r>
          </a:p>
        </p:txBody>
      </p:sp>
    </p:spTree>
    <p:extLst>
      <p:ext uri="{BB962C8B-B14F-4D97-AF65-F5344CB8AC3E}">
        <p14:creationId xmlns:p14="http://schemas.microsoft.com/office/powerpoint/2010/main" val="3809149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88263" y="298702"/>
            <a:ext cx="9902952" cy="6464808"/>
          </a:xfrm>
          <a:prstGeom prst="rect">
            <a:avLst/>
          </a:prstGeom>
        </p:spPr>
      </p:pic>
      <p:sp>
        <p:nvSpPr>
          <p:cNvPr id="4" name="TextBox 3">
            <a:extLst>
              <a:ext uri="{FF2B5EF4-FFF2-40B4-BE49-F238E27FC236}">
                <a16:creationId xmlns:a16="http://schemas.microsoft.com/office/drawing/2014/main" id="{B9554AC5-C5EA-6F6F-3DEB-4A098BD1476D}"/>
              </a:ext>
            </a:extLst>
          </p:cNvPr>
          <p:cNvSpPr txBox="1"/>
          <p:nvPr/>
        </p:nvSpPr>
        <p:spPr>
          <a:xfrm>
            <a:off x="1143000" y="25400"/>
            <a:ext cx="6096000" cy="369332"/>
          </a:xfrm>
          <a:prstGeom prst="rect">
            <a:avLst/>
          </a:prstGeom>
          <a:noFill/>
        </p:spPr>
        <p:txBody>
          <a:bodyPr wrap="square">
            <a:spAutoFit/>
          </a:bodyPr>
          <a:lstStyle/>
          <a:p>
            <a:r>
              <a:rPr lang="en-IN" b="1" dirty="0"/>
              <a:t>Use Case Diagram:</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52400" y="0"/>
            <a:ext cx="11887200" cy="6857998"/>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243840"/>
            <a:ext cx="12192000" cy="637032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277368"/>
            <a:ext cx="12192000" cy="6303264"/>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243840"/>
            <a:ext cx="12192000" cy="637032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2937764" y="2273884"/>
            <a:ext cx="6206236" cy="1120820"/>
          </a:xfrm>
          <a:prstGeom prst="rect">
            <a:avLst/>
          </a:prstGeom>
        </p:spPr>
        <p:txBody>
          <a:bodyPr vert="horz" wrap="square" lIns="0" tIns="12700" rIns="0" bIns="0" rtlCol="0">
            <a:spAutoFit/>
          </a:bodyPr>
          <a:lstStyle/>
          <a:p>
            <a:pPr marL="12700">
              <a:lnSpc>
                <a:spcPct val="100000"/>
              </a:lnSpc>
              <a:spcBef>
                <a:spcPts val="100"/>
              </a:spcBef>
            </a:pPr>
            <a:r>
              <a:rPr sz="7200" spc="-590" dirty="0">
                <a:latin typeface="Times New Roman"/>
                <a:cs typeface="Times New Roman"/>
              </a:rPr>
              <a:t>THANK</a:t>
            </a:r>
            <a:r>
              <a:rPr sz="7200" spc="15" dirty="0">
                <a:latin typeface="Times New Roman"/>
                <a:cs typeface="Times New Roman"/>
              </a:rPr>
              <a:t> </a:t>
            </a:r>
            <a:r>
              <a:rPr sz="7200" spc="-850" dirty="0">
                <a:latin typeface="Times New Roman"/>
                <a:cs typeface="Times New Roman"/>
              </a:rPr>
              <a:t>YOU</a:t>
            </a:r>
            <a:r>
              <a:rPr lang="en-US" sz="7200" spc="-850" dirty="0">
                <a:latin typeface="Times New Roman"/>
                <a:cs typeface="Times New Roman"/>
              </a:rPr>
              <a:t>!!!!!</a:t>
            </a:r>
            <a:endParaRPr sz="7200" dirty="0">
              <a:latin typeface="Times New Roman"/>
              <a:cs typeface="Times New Roman"/>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210</TotalTime>
  <Words>2238</Words>
  <Application>Microsoft Office PowerPoint</Application>
  <PresentationFormat>Widescreen</PresentationFormat>
  <Paragraphs>356</Paragraphs>
  <Slides>29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29</vt:i4>
      </vt:variant>
    </vt:vector>
  </HeadingPairs>
  <TitlesOfParts>
    <vt:vector size="36" baseType="lpstr">
      <vt:lpstr>Arial</vt:lpstr>
      <vt:lpstr>Arial MT</vt:lpstr>
      <vt:lpstr>Calibri</vt:lpstr>
      <vt:lpstr>Ebrima</vt:lpstr>
      <vt:lpstr>Times New Roman</vt:lpstr>
      <vt:lpstr>Wingdings</vt:lpstr>
      <vt:lpstr>Office Theme</vt:lpstr>
      <vt:lpstr>SPORTS FACILITY AND TOURNAMENT MANAGEMENT</vt:lpstr>
      <vt:lpstr>Key Problems Addressed</vt:lpstr>
      <vt:lpstr>MODULES</vt:lpstr>
      <vt:lpstr>PowerPoint Presentation</vt:lpstr>
      <vt:lpstr>Sprint 1 Backlog</vt:lpstr>
      <vt:lpstr>PowerPoint Presentation</vt:lpstr>
      <vt:lpstr>Functional Requirements</vt:lpstr>
      <vt:lpstr>PowerPoint Presentation</vt:lpstr>
      <vt:lpstr>PowerPoint Presentation</vt:lpstr>
      <vt:lpstr>Non-Functional Requirements</vt:lpstr>
      <vt:lpstr>PowerPoint Presentation</vt:lpstr>
      <vt:lpstr>PowerPoint Presentation</vt:lpstr>
      <vt:lpstr>PowerPoint Presentation</vt:lpstr>
      <vt:lpstr>PowerPoint Presentation</vt:lpstr>
      <vt:lpstr>Modules Connected to Sprint 2</vt:lpstr>
      <vt:lpstr>Functional Requirements</vt:lpstr>
      <vt:lpstr>Functional Requirements</vt:lpstr>
      <vt:lpstr>Non-Functional Requirements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Ko  Boss YT</cp:lastModifiedBy>
  <cp:revision>2</cp:revision>
  <dcterms:created xsi:type="dcterms:W3CDTF">2026-09-21T15:55:20Z</dcterms:created>
  <dcterms:modified xsi:type="dcterms:W3CDTF">2026-09-25T06:46:57Z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verter">
    <vt:lpwstr>SolidFramework v10.0.19910.1</vt:lpwstr>
  </property>
  <property fmtid="{D5CDD505-2E9C-101B-9397-08002B2CF9AE}" pid="3" name="Created">
    <vt:filetime>2026-09-21T00:00:00Z</vt:filetime>
  </property>
  <property fmtid="{D5CDD505-2E9C-101B-9397-08002B2CF9AE}" pid="4" name="Creator">
    <vt:lpwstr>Microsoft® PowerPoint® 2016</vt:lpwstr>
  </property>
  <property fmtid="{D5CDD505-2E9C-101B-9397-08002B2CF9AE}" pid="5" name="LastSaved">
    <vt:filetime>2026-09-21T00:00:00Z</vt:filetime>
  </property>
  <property fmtid="{D5CDD505-2E9C-101B-9397-08002B2CF9AE}" pid="6" name="Producer">
    <vt:lpwstr>www.ilovepdf.com</vt:lpwstr>
  </property>
</Properties>
</file>